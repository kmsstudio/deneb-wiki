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86" r:id="rId2"/>
    <p:sldId id="288" r:id="rId3"/>
    <p:sldId id="300" r:id="rId4"/>
    <p:sldId id="302" r:id="rId5"/>
    <p:sldId id="306" r:id="rId6"/>
    <p:sldId id="308" r:id="rId7"/>
    <p:sldId id="303" r:id="rId8"/>
    <p:sldId id="304" r:id="rId9"/>
    <p:sldId id="305" r:id="rId10"/>
    <p:sldId id="301" r:id="rId11"/>
    <p:sldId id="283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6D07"/>
    <a:srgbClr val="F78F1E"/>
    <a:srgbClr val="918C83"/>
    <a:srgbClr val="FFFFFF"/>
    <a:srgbClr val="DCDD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1050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690E7-8DBA-4A0E-B476-C5FE34DE0ACA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1AC93-8A62-47A1-99AB-3104F66DF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842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843265-857D-3908-A7C8-68FA98C9E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6F5311B-4A8C-61D9-8496-569B54F77F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2BB2D8-12E8-A749-056F-835539621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6EA403-E92F-6FF4-37B8-5DED5C1B8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ACC945-F8F2-EBF2-9D47-5086D37CB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933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50617-70CC-BE01-28FB-57336DCE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87F9B5-E62C-7A37-5F57-72F0C07E3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ED2E10-5F86-C003-A7E2-0849403F1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EFA6FD-AF26-C1BD-54C0-88F2CCF80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371540-3D28-5943-9F3C-24F59AC4C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651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FDCA2-A535-3B47-A279-AF3BB2028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FBDC22-68BB-6306-0D24-A5003C81B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AD70F7-1134-D65D-D841-854E5DE49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56C549-A8E4-C5D7-AFB8-809D7AEA6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8CE43F-ADD5-B7E7-8559-ACCC0FA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2706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A48B9F-4FCE-A2B7-5CFF-DDA1EADF1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2FBC07-B62C-B749-85D3-B5409C38D3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1673DEF-9685-4464-B224-BAEA81F57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8629D3-C9F9-B10F-4E45-51220543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F094255-2AA2-0B62-0D9A-0E7F848DA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4B7563-6FB8-3623-E0EE-3D81A96A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024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AA1B0-8290-48D4-0A85-24B18EE71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77F606-79EE-504D-9CF0-90E87C78A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9552855-F0F3-686A-35FC-568411F3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0562359-8670-64D7-89E6-5D8EC73ABD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FFEBB43-6829-CC0E-71B2-8339DFE348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F4398AC-3739-54C6-4075-150BA4416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34F424D-1F22-18C1-D596-F74A6CDEB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73E6C4F-5F9C-AA15-170D-8BCADD8C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3813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E4EA1-F9BC-A915-8645-77B2266B4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62CE96-EEC0-FCA8-E6B0-F6D196590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96513C0-B042-93E9-C40B-523AEFBE7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78A656-8972-6B23-92A7-8FB0F961D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87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CC494C7-A7B2-B296-0A81-AD40B243D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CC891E2-780B-84EA-D3A5-C8051D95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01E198-9023-BBD3-903D-C559BE6F2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39624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3B0400-4036-834F-6212-A38BD270A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84D45C-89BA-0AB9-C12F-3B562F94D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70DBFA-95B2-3745-AA0D-8958A024A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422AC5-DEE6-25E0-5C0E-AD7F263E3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FBCD38-E44C-0442-CCD7-950D5946A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B7D0C5-94A9-E915-5779-DFBF4548E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981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A769F5-7E72-8C71-DD73-D6DE21BC6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66A526-AB27-898A-25AA-1434E56679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227A52-F453-C847-FBBE-12EA98A732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3A00D5-2BB7-8883-3957-EA48CB058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B48FF6-B8E5-8A2B-7869-0B128E5C7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8CCCF98-B609-54A7-008E-DD45CA1CD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421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B489B3-A3C4-6DC6-29EF-364850522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47541FC-99D6-A478-1778-5B36563FE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23DB9D-2CF4-6742-4EA0-4ECDDFB36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834758-235D-0D8A-1402-675595FB7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4EA5D2-A65F-58BE-4A68-D30FDBB6C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17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0ECF6C-9C2A-9342-03D7-A90E7E9437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28FB5D-1E46-D744-6C06-28D69DF6CA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27BDBD-29F7-013C-2FC6-14EED617A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6833CC-B9B8-CC39-3602-E650B424B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F5D4E8-8D02-5C10-36A7-6DA9516A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332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9D2E329-FBC5-CAD7-A617-F10BFDF0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66B94-4F63-DED0-201A-824FA2821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54840C-FDFB-8803-D8EF-EB0645F05D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CB9A80-EABE-6325-815B-B0A0E76E26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BC2D46-7EE8-F90E-6BE1-F54720760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508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EAF0-FE53-06ED-5223-E85F9F99E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20F9116-2C49-6734-775F-7431B6620379}"/>
              </a:ext>
            </a:extLst>
          </p:cNvPr>
          <p:cNvSpPr/>
          <p:nvPr/>
        </p:nvSpPr>
        <p:spPr>
          <a:xfrm>
            <a:off x="3677554" y="1010554"/>
            <a:ext cx="4836892" cy="48368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2DEAD73D-782B-F1C2-273C-0B780447CFEF}"/>
              </a:ext>
            </a:extLst>
          </p:cNvPr>
          <p:cNvSpPr/>
          <p:nvPr/>
        </p:nvSpPr>
        <p:spPr>
          <a:xfrm>
            <a:off x="3677554" y="1654630"/>
            <a:ext cx="4836892" cy="4192817"/>
          </a:xfrm>
          <a:custGeom>
            <a:avLst/>
            <a:gdLst>
              <a:gd name="connsiteX0" fmla="*/ 2487664 w 4836892"/>
              <a:gd name="connsiteY0" fmla="*/ 1979009 h 4192817"/>
              <a:gd name="connsiteX1" fmla="*/ 2500746 w 4836892"/>
              <a:gd name="connsiteY1" fmla="*/ 1982514 h 4192817"/>
              <a:gd name="connsiteX2" fmla="*/ 2240317 w 4836892"/>
              <a:gd name="connsiteY2" fmla="*/ 2863897 h 4192817"/>
              <a:gd name="connsiteX3" fmla="*/ 2560984 w 4836892"/>
              <a:gd name="connsiteY3" fmla="*/ 2937398 h 4192817"/>
              <a:gd name="connsiteX4" fmla="*/ 4346659 w 4836892"/>
              <a:gd name="connsiteY4" fmla="*/ 2656197 h 4192817"/>
              <a:gd name="connsiteX5" fmla="*/ 4314456 w 4836892"/>
              <a:gd name="connsiteY5" fmla="*/ 2416981 h 4192817"/>
              <a:gd name="connsiteX6" fmla="*/ 4309252 w 4836892"/>
              <a:gd name="connsiteY6" fmla="*/ 2408081 h 4192817"/>
              <a:gd name="connsiteX7" fmla="*/ 2627843 w 4836892"/>
              <a:gd name="connsiteY7" fmla="*/ 1423608 h 4192817"/>
              <a:gd name="connsiteX8" fmla="*/ 2549796 w 4836892"/>
              <a:gd name="connsiteY8" fmla="*/ 1791617 h 4192817"/>
              <a:gd name="connsiteX9" fmla="*/ 4239650 w 4836892"/>
              <a:gd name="connsiteY9" fmla="*/ 2300066 h 4192817"/>
              <a:gd name="connsiteX10" fmla="*/ 4197851 w 4836892"/>
              <a:gd name="connsiteY10" fmla="*/ 2246711 h 4192817"/>
              <a:gd name="connsiteX11" fmla="*/ 2940820 w 4836892"/>
              <a:gd name="connsiteY11" fmla="*/ 1519832 h 4192817"/>
              <a:gd name="connsiteX12" fmla="*/ 506051 w 4836892"/>
              <a:gd name="connsiteY12" fmla="*/ 1389013 h 4192817"/>
              <a:gd name="connsiteX13" fmla="*/ 497092 w 4836892"/>
              <a:gd name="connsiteY13" fmla="*/ 1394122 h 4192817"/>
              <a:gd name="connsiteX14" fmla="*/ 349594 w 4836892"/>
              <a:gd name="connsiteY14" fmla="*/ 1585187 h 4192817"/>
              <a:gd name="connsiteX15" fmla="*/ 1755436 w 4836892"/>
              <a:gd name="connsiteY15" fmla="*/ 2721553 h 4192817"/>
              <a:gd name="connsiteX16" fmla="*/ 2094661 w 4836892"/>
              <a:gd name="connsiteY16" fmla="*/ 2825847 h 4192817"/>
              <a:gd name="connsiteX17" fmla="*/ 2310034 w 4836892"/>
              <a:gd name="connsiteY17" fmla="*/ 1931413 h 4192817"/>
              <a:gd name="connsiteX18" fmla="*/ 2296931 w 4836892"/>
              <a:gd name="connsiteY18" fmla="*/ 1927902 h 4192817"/>
              <a:gd name="connsiteX19" fmla="*/ 2296942 w 4836892"/>
              <a:gd name="connsiteY19" fmla="*/ 1927863 h 4192817"/>
              <a:gd name="connsiteX20" fmla="*/ 1307717 w 4836892"/>
              <a:gd name="connsiteY20" fmla="*/ 1220540 h 4192817"/>
              <a:gd name="connsiteX21" fmla="*/ 683210 w 4836892"/>
              <a:gd name="connsiteY21" fmla="*/ 1304966 h 4192817"/>
              <a:gd name="connsiteX22" fmla="*/ 620336 w 4836892"/>
              <a:gd name="connsiteY22" fmla="*/ 1330270 h 4192817"/>
              <a:gd name="connsiteX23" fmla="*/ 2348023 w 4836892"/>
              <a:gd name="connsiteY23" fmla="*/ 1737225 h 4192817"/>
              <a:gd name="connsiteX24" fmla="*/ 2348032 w 4836892"/>
              <a:gd name="connsiteY24" fmla="*/ 1737190 h 4192817"/>
              <a:gd name="connsiteX25" fmla="*/ 2349222 w 4836892"/>
              <a:gd name="connsiteY25" fmla="*/ 1737509 h 4192817"/>
              <a:gd name="connsiteX26" fmla="*/ 2349248 w 4836892"/>
              <a:gd name="connsiteY26" fmla="*/ 1737514 h 4192817"/>
              <a:gd name="connsiteX27" fmla="*/ 2349247 w 4836892"/>
              <a:gd name="connsiteY27" fmla="*/ 1737515 h 4192817"/>
              <a:gd name="connsiteX28" fmla="*/ 2363114 w 4836892"/>
              <a:gd name="connsiteY28" fmla="*/ 1741231 h 4192817"/>
              <a:gd name="connsiteX29" fmla="*/ 2479713 w 4836892"/>
              <a:gd name="connsiteY29" fmla="*/ 1382937 h 4192817"/>
              <a:gd name="connsiteX30" fmla="*/ 2135271 w 4836892"/>
              <a:gd name="connsiteY30" fmla="*/ 1303986 h 4192817"/>
              <a:gd name="connsiteX31" fmla="*/ 1307717 w 4836892"/>
              <a:gd name="connsiteY31" fmla="*/ 1220540 h 4192817"/>
              <a:gd name="connsiteX32" fmla="*/ 2929757 w 4836892"/>
              <a:gd name="connsiteY32" fmla="*/ 0 h 4192817"/>
              <a:gd name="connsiteX33" fmla="*/ 2637577 w 4836892"/>
              <a:gd name="connsiteY33" fmla="*/ 1377713 h 4192817"/>
              <a:gd name="connsiteX34" fmla="*/ 2996359 w 4836892"/>
              <a:gd name="connsiteY34" fmla="*/ 1487424 h 4192817"/>
              <a:gd name="connsiteX35" fmla="*/ 4469632 w 4836892"/>
              <a:gd name="connsiteY35" fmla="*/ 2368529 h 4192817"/>
              <a:gd name="connsiteX36" fmla="*/ 4470185 w 4836892"/>
              <a:gd name="connsiteY36" fmla="*/ 2369431 h 4192817"/>
              <a:gd name="connsiteX37" fmla="*/ 4836892 w 4836892"/>
              <a:gd name="connsiteY37" fmla="*/ 2479766 h 4192817"/>
              <a:gd name="connsiteX38" fmla="*/ 4836892 w 4836892"/>
              <a:gd name="connsiteY38" fmla="*/ 2532365 h 4192817"/>
              <a:gd name="connsiteX39" fmla="*/ 4525105 w 4836892"/>
              <a:gd name="connsiteY39" fmla="*/ 2458924 h 4192817"/>
              <a:gd name="connsiteX40" fmla="*/ 4525211 w 4836892"/>
              <a:gd name="connsiteY40" fmla="*/ 2459099 h 4192817"/>
              <a:gd name="connsiteX41" fmla="*/ 4563578 w 4836892"/>
              <a:gd name="connsiteY41" fmla="*/ 2714322 h 4192817"/>
              <a:gd name="connsiteX42" fmla="*/ 2592877 w 4836892"/>
              <a:gd name="connsiteY42" fmla="*/ 2993238 h 4192817"/>
              <a:gd name="connsiteX43" fmla="*/ 2227050 w 4836892"/>
              <a:gd name="connsiteY43" fmla="*/ 2908799 h 4192817"/>
              <a:gd name="connsiteX44" fmla="*/ 1847651 w 4836892"/>
              <a:gd name="connsiteY44" fmla="*/ 4192817 h 4192817"/>
              <a:gd name="connsiteX45" fmla="*/ 1765502 w 4836892"/>
              <a:gd name="connsiteY45" fmla="*/ 4192817 h 4192817"/>
              <a:gd name="connsiteX46" fmla="*/ 2083708 w 4836892"/>
              <a:gd name="connsiteY46" fmla="*/ 2871328 h 4192817"/>
              <a:gd name="connsiteX47" fmla="*/ 1699896 w 4836892"/>
              <a:gd name="connsiteY47" fmla="*/ 2753964 h 4192817"/>
              <a:gd name="connsiteX48" fmla="*/ 132675 w 4836892"/>
              <a:gd name="connsiteY48" fmla="*/ 1527065 h 4192817"/>
              <a:gd name="connsiteX49" fmla="*/ 293512 w 4836892"/>
              <a:gd name="connsiteY49" fmla="*/ 1325219 h 4192817"/>
              <a:gd name="connsiteX50" fmla="*/ 293697 w 4836892"/>
              <a:gd name="connsiteY50" fmla="*/ 1325120 h 4192817"/>
              <a:gd name="connsiteX51" fmla="*/ 0 w 4836892"/>
              <a:gd name="connsiteY51" fmla="*/ 1236752 h 4192817"/>
              <a:gd name="connsiteX52" fmla="*/ 0 w 4836892"/>
              <a:gd name="connsiteY52" fmla="*/ 1184152 h 4192817"/>
              <a:gd name="connsiteX53" fmla="*/ 386005 w 4836892"/>
              <a:gd name="connsiteY53" fmla="*/ 1275075 h 4192817"/>
              <a:gd name="connsiteX54" fmla="*/ 386931 w 4836892"/>
              <a:gd name="connsiteY54" fmla="*/ 1274573 h 4192817"/>
              <a:gd name="connsiteX55" fmla="*/ 2103377 w 4836892"/>
              <a:gd name="connsiteY55" fmla="*/ 1248150 h 4192817"/>
              <a:gd name="connsiteX56" fmla="*/ 2494219 w 4836892"/>
              <a:gd name="connsiteY56" fmla="*/ 1338363 h 4192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4836892" h="4192817">
                <a:moveTo>
                  <a:pt x="2487664" y="1979009"/>
                </a:moveTo>
                <a:lnTo>
                  <a:pt x="2500746" y="1982514"/>
                </a:lnTo>
                <a:lnTo>
                  <a:pt x="2240317" y="2863897"/>
                </a:lnTo>
                <a:lnTo>
                  <a:pt x="2560984" y="2937398"/>
                </a:lnTo>
                <a:cubicBezTo>
                  <a:pt x="3489758" y="3113956"/>
                  <a:pt x="4252978" y="3005819"/>
                  <a:pt x="4346659" y="2656197"/>
                </a:cubicBezTo>
                <a:cubicBezTo>
                  <a:pt x="4366733" y="2581279"/>
                  <a:pt x="4354638" y="2500589"/>
                  <a:pt x="4314456" y="2416981"/>
                </a:cubicBezTo>
                <a:lnTo>
                  <a:pt x="4309252" y="2408081"/>
                </a:lnTo>
                <a:close/>
                <a:moveTo>
                  <a:pt x="2627843" y="1423608"/>
                </a:moveTo>
                <a:lnTo>
                  <a:pt x="2549796" y="1791617"/>
                </a:lnTo>
                <a:lnTo>
                  <a:pt x="4239650" y="2300066"/>
                </a:lnTo>
                <a:lnTo>
                  <a:pt x="4197851" y="2246711"/>
                </a:lnTo>
                <a:cubicBezTo>
                  <a:pt x="3970395" y="1987994"/>
                  <a:pt x="3514646" y="1720071"/>
                  <a:pt x="2940820" y="1519832"/>
                </a:cubicBezTo>
                <a:close/>
                <a:moveTo>
                  <a:pt x="506051" y="1389013"/>
                </a:moveTo>
                <a:lnTo>
                  <a:pt x="497092" y="1394122"/>
                </a:lnTo>
                <a:cubicBezTo>
                  <a:pt x="420488" y="1446437"/>
                  <a:pt x="369669" y="1510268"/>
                  <a:pt x="349594" y="1585187"/>
                </a:cubicBezTo>
                <a:cubicBezTo>
                  <a:pt x="255913" y="1934809"/>
                  <a:pt x="862815" y="2410069"/>
                  <a:pt x="1755436" y="2721553"/>
                </a:cubicBezTo>
                <a:lnTo>
                  <a:pt x="2094661" y="2825847"/>
                </a:lnTo>
                <a:lnTo>
                  <a:pt x="2310034" y="1931413"/>
                </a:lnTo>
                <a:lnTo>
                  <a:pt x="2296931" y="1927902"/>
                </a:lnTo>
                <a:lnTo>
                  <a:pt x="2296942" y="1927863"/>
                </a:lnTo>
                <a:close/>
                <a:moveTo>
                  <a:pt x="1307717" y="1220540"/>
                </a:moveTo>
                <a:cubicBezTo>
                  <a:pt x="1060128" y="1221182"/>
                  <a:pt x="846380" y="1249802"/>
                  <a:pt x="683210" y="1304966"/>
                </a:cubicBezTo>
                <a:lnTo>
                  <a:pt x="620336" y="1330270"/>
                </a:lnTo>
                <a:lnTo>
                  <a:pt x="2348023" y="1737225"/>
                </a:lnTo>
                <a:lnTo>
                  <a:pt x="2348032" y="1737190"/>
                </a:lnTo>
                <a:lnTo>
                  <a:pt x="2349222" y="1737509"/>
                </a:lnTo>
                <a:lnTo>
                  <a:pt x="2349248" y="1737514"/>
                </a:lnTo>
                <a:lnTo>
                  <a:pt x="2349247" y="1737515"/>
                </a:lnTo>
                <a:lnTo>
                  <a:pt x="2363114" y="1741231"/>
                </a:lnTo>
                <a:lnTo>
                  <a:pt x="2479713" y="1382937"/>
                </a:lnTo>
                <a:lnTo>
                  <a:pt x="2135271" y="1303986"/>
                </a:lnTo>
                <a:cubicBezTo>
                  <a:pt x="1836737" y="1247235"/>
                  <a:pt x="1555306" y="1219898"/>
                  <a:pt x="1307717" y="1220540"/>
                </a:cubicBezTo>
                <a:close/>
                <a:moveTo>
                  <a:pt x="2929757" y="0"/>
                </a:moveTo>
                <a:lnTo>
                  <a:pt x="2637577" y="1377713"/>
                </a:lnTo>
                <a:lnTo>
                  <a:pt x="2996359" y="1487424"/>
                </a:lnTo>
                <a:cubicBezTo>
                  <a:pt x="3703747" y="1731829"/>
                  <a:pt x="4250954" y="2063569"/>
                  <a:pt x="4469632" y="2368529"/>
                </a:cubicBezTo>
                <a:lnTo>
                  <a:pt x="4470185" y="2369431"/>
                </a:lnTo>
                <a:lnTo>
                  <a:pt x="4836892" y="2479766"/>
                </a:lnTo>
                <a:lnTo>
                  <a:pt x="4836892" y="2532365"/>
                </a:lnTo>
                <a:lnTo>
                  <a:pt x="4525105" y="2458924"/>
                </a:lnTo>
                <a:lnTo>
                  <a:pt x="4525211" y="2459099"/>
                </a:lnTo>
                <a:cubicBezTo>
                  <a:pt x="4570599" y="2548638"/>
                  <a:pt x="4584902" y="2634739"/>
                  <a:pt x="4563578" y="2714322"/>
                </a:cubicBezTo>
                <a:cubicBezTo>
                  <a:pt x="4464065" y="3085709"/>
                  <a:pt x="3621623" y="3192083"/>
                  <a:pt x="2592877" y="2993238"/>
                </a:cubicBezTo>
                <a:lnTo>
                  <a:pt x="2227050" y="2908799"/>
                </a:lnTo>
                <a:lnTo>
                  <a:pt x="1847651" y="4192817"/>
                </a:lnTo>
                <a:lnTo>
                  <a:pt x="1765502" y="4192817"/>
                </a:lnTo>
                <a:lnTo>
                  <a:pt x="2083708" y="2871328"/>
                </a:lnTo>
                <a:lnTo>
                  <a:pt x="1699896" y="2753964"/>
                </a:lnTo>
                <a:cubicBezTo>
                  <a:pt x="709552" y="2411796"/>
                  <a:pt x="33162" y="1898452"/>
                  <a:pt x="132675" y="1527065"/>
                </a:cubicBezTo>
                <a:cubicBezTo>
                  <a:pt x="153999" y="1447482"/>
                  <a:pt x="209438" y="1380069"/>
                  <a:pt x="293512" y="1325219"/>
                </a:cubicBezTo>
                <a:lnTo>
                  <a:pt x="293697" y="1325120"/>
                </a:lnTo>
                <a:lnTo>
                  <a:pt x="0" y="1236752"/>
                </a:lnTo>
                <a:lnTo>
                  <a:pt x="0" y="1184152"/>
                </a:lnTo>
                <a:lnTo>
                  <a:pt x="386005" y="1275075"/>
                </a:lnTo>
                <a:lnTo>
                  <a:pt x="386931" y="1274573"/>
                </a:lnTo>
                <a:cubicBezTo>
                  <a:pt x="728793" y="1119809"/>
                  <a:pt x="1368558" y="1106118"/>
                  <a:pt x="2103377" y="1248150"/>
                </a:cubicBezTo>
                <a:lnTo>
                  <a:pt x="2494219" y="1338363"/>
                </a:lnTo>
                <a:close/>
              </a:path>
            </a:pathLst>
          </a:cu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7EE377-698E-EED9-6100-0036590AA16D}"/>
              </a:ext>
            </a:extLst>
          </p:cNvPr>
          <p:cNvSpPr txBox="1"/>
          <p:nvPr/>
        </p:nvSpPr>
        <p:spPr>
          <a:xfrm>
            <a:off x="4090018" y="1888548"/>
            <a:ext cx="4011965" cy="3080904"/>
          </a:xfrm>
          <a:custGeom>
            <a:avLst/>
            <a:gdLst/>
            <a:ahLst/>
            <a:cxnLst/>
            <a:rect l="l" t="t" r="r" b="b"/>
            <a:pathLst>
              <a:path w="3196752" h="2454878">
                <a:moveTo>
                  <a:pt x="2466825" y="0"/>
                </a:moveTo>
                <a:cubicBezTo>
                  <a:pt x="2563926" y="0"/>
                  <a:pt x="2665708" y="9418"/>
                  <a:pt x="2772172" y="28255"/>
                </a:cubicBezTo>
                <a:cubicBezTo>
                  <a:pt x="2878637" y="47091"/>
                  <a:pt x="2979465" y="91085"/>
                  <a:pt x="3074656" y="160237"/>
                </a:cubicBezTo>
                <a:lnTo>
                  <a:pt x="3074656" y="491192"/>
                </a:lnTo>
                <a:lnTo>
                  <a:pt x="2981086" y="491192"/>
                </a:lnTo>
                <a:cubicBezTo>
                  <a:pt x="2822793" y="380405"/>
                  <a:pt x="2654777" y="325012"/>
                  <a:pt x="2477036" y="325012"/>
                </a:cubicBezTo>
                <a:cubicBezTo>
                  <a:pt x="2354905" y="325012"/>
                  <a:pt x="2262865" y="345983"/>
                  <a:pt x="2200916" y="387924"/>
                </a:cubicBezTo>
                <a:cubicBezTo>
                  <a:pt x="2138968" y="429865"/>
                  <a:pt x="2107994" y="499025"/>
                  <a:pt x="2107994" y="595405"/>
                </a:cubicBezTo>
                <a:cubicBezTo>
                  <a:pt x="2107994" y="682421"/>
                  <a:pt x="2137140" y="752968"/>
                  <a:pt x="2195433" y="807046"/>
                </a:cubicBezTo>
                <a:cubicBezTo>
                  <a:pt x="2253725" y="861125"/>
                  <a:pt x="2322598" y="904444"/>
                  <a:pt x="2402050" y="937003"/>
                </a:cubicBezTo>
                <a:cubicBezTo>
                  <a:pt x="2555876" y="1001256"/>
                  <a:pt x="2681852" y="1062898"/>
                  <a:pt x="2779979" y="1121929"/>
                </a:cubicBezTo>
                <a:cubicBezTo>
                  <a:pt x="2878106" y="1180960"/>
                  <a:pt x="2958341" y="1242314"/>
                  <a:pt x="3020686" y="1305991"/>
                </a:cubicBezTo>
                <a:cubicBezTo>
                  <a:pt x="3083030" y="1369668"/>
                  <a:pt x="3127961" y="1438099"/>
                  <a:pt x="3155477" y="1511284"/>
                </a:cubicBezTo>
                <a:cubicBezTo>
                  <a:pt x="3182994" y="1584470"/>
                  <a:pt x="3196752" y="1663021"/>
                  <a:pt x="3196752" y="1746940"/>
                </a:cubicBezTo>
                <a:cubicBezTo>
                  <a:pt x="3196752" y="1989510"/>
                  <a:pt x="3123477" y="2168142"/>
                  <a:pt x="2976926" y="2282836"/>
                </a:cubicBezTo>
                <a:cubicBezTo>
                  <a:pt x="2830375" y="2397531"/>
                  <a:pt x="2627567" y="2454878"/>
                  <a:pt x="2368501" y="2454878"/>
                </a:cubicBezTo>
                <a:cubicBezTo>
                  <a:pt x="2234700" y="2454878"/>
                  <a:pt x="2112316" y="2437428"/>
                  <a:pt x="2001349" y="2402528"/>
                </a:cubicBezTo>
                <a:cubicBezTo>
                  <a:pt x="1890383" y="2367628"/>
                  <a:pt x="1785287" y="2316017"/>
                  <a:pt x="1686062" y="2247694"/>
                </a:cubicBezTo>
                <a:lnTo>
                  <a:pt x="1686062" y="1885459"/>
                </a:lnTo>
                <a:lnTo>
                  <a:pt x="1772609" y="1885459"/>
                </a:lnTo>
                <a:cubicBezTo>
                  <a:pt x="1885125" y="1967468"/>
                  <a:pt x="1988726" y="2026976"/>
                  <a:pt x="2083413" y="2063983"/>
                </a:cubicBezTo>
                <a:cubicBezTo>
                  <a:pt x="2178100" y="2100990"/>
                  <a:pt x="2276515" y="2119493"/>
                  <a:pt x="2378657" y="2119493"/>
                </a:cubicBezTo>
                <a:cubicBezTo>
                  <a:pt x="2519553" y="2119493"/>
                  <a:pt x="2627027" y="2092166"/>
                  <a:pt x="2701076" y="2037511"/>
                </a:cubicBezTo>
                <a:cubicBezTo>
                  <a:pt x="2775126" y="1982856"/>
                  <a:pt x="2812151" y="1892446"/>
                  <a:pt x="2812151" y="1766280"/>
                </a:cubicBezTo>
                <a:cubicBezTo>
                  <a:pt x="2812151" y="1678796"/>
                  <a:pt x="2776612" y="1599416"/>
                  <a:pt x="2705533" y="1528140"/>
                </a:cubicBezTo>
                <a:cubicBezTo>
                  <a:pt x="2634455" y="1456863"/>
                  <a:pt x="2544387" y="1396068"/>
                  <a:pt x="2435329" y="1345753"/>
                </a:cubicBezTo>
                <a:cubicBezTo>
                  <a:pt x="2311396" y="1289423"/>
                  <a:pt x="2205076" y="1236146"/>
                  <a:pt x="2116368" y="1185921"/>
                </a:cubicBezTo>
                <a:cubicBezTo>
                  <a:pt x="2027659" y="1135696"/>
                  <a:pt x="1954960" y="1082221"/>
                  <a:pt x="1898270" y="1025495"/>
                </a:cubicBezTo>
                <a:cubicBezTo>
                  <a:pt x="1841581" y="968769"/>
                  <a:pt x="1800522" y="906479"/>
                  <a:pt x="1775094" y="838624"/>
                </a:cubicBezTo>
                <a:cubicBezTo>
                  <a:pt x="1749667" y="770769"/>
                  <a:pt x="1736953" y="692775"/>
                  <a:pt x="1736953" y="604643"/>
                </a:cubicBezTo>
                <a:cubicBezTo>
                  <a:pt x="1736953" y="500592"/>
                  <a:pt x="1756690" y="410272"/>
                  <a:pt x="1796164" y="333683"/>
                </a:cubicBezTo>
                <a:cubicBezTo>
                  <a:pt x="1835638" y="257094"/>
                  <a:pt x="1889518" y="194218"/>
                  <a:pt x="1957806" y="145056"/>
                </a:cubicBezTo>
                <a:cubicBezTo>
                  <a:pt x="2026093" y="95893"/>
                  <a:pt x="2104194" y="59427"/>
                  <a:pt x="2192110" y="35656"/>
                </a:cubicBezTo>
                <a:cubicBezTo>
                  <a:pt x="2280026" y="11885"/>
                  <a:pt x="2371598" y="0"/>
                  <a:pt x="2466825" y="0"/>
                </a:cubicBezTo>
                <a:close/>
                <a:moveTo>
                  <a:pt x="872389" y="0"/>
                </a:moveTo>
                <a:cubicBezTo>
                  <a:pt x="976765" y="0"/>
                  <a:pt x="1071191" y="11804"/>
                  <a:pt x="1155667" y="35413"/>
                </a:cubicBezTo>
                <a:cubicBezTo>
                  <a:pt x="1240143" y="59022"/>
                  <a:pt x="1324575" y="92742"/>
                  <a:pt x="1408961" y="136574"/>
                </a:cubicBezTo>
                <a:lnTo>
                  <a:pt x="1408961" y="497999"/>
                </a:lnTo>
                <a:lnTo>
                  <a:pt x="1321171" y="497999"/>
                </a:lnTo>
                <a:cubicBezTo>
                  <a:pt x="1258647" y="449881"/>
                  <a:pt x="1191062" y="409020"/>
                  <a:pt x="1118417" y="375417"/>
                </a:cubicBezTo>
                <a:cubicBezTo>
                  <a:pt x="1045772" y="341813"/>
                  <a:pt x="964879" y="325012"/>
                  <a:pt x="875739" y="325012"/>
                </a:cubicBezTo>
                <a:cubicBezTo>
                  <a:pt x="710423" y="325012"/>
                  <a:pt x="586103" y="399188"/>
                  <a:pt x="502780" y="547539"/>
                </a:cubicBezTo>
                <a:cubicBezTo>
                  <a:pt x="419456" y="695891"/>
                  <a:pt x="377794" y="917410"/>
                  <a:pt x="377794" y="1212096"/>
                </a:cubicBezTo>
                <a:cubicBezTo>
                  <a:pt x="377794" y="1519460"/>
                  <a:pt x="421238" y="1748686"/>
                  <a:pt x="508128" y="1899775"/>
                </a:cubicBezTo>
                <a:cubicBezTo>
                  <a:pt x="595018" y="2050864"/>
                  <a:pt x="723209" y="2126408"/>
                  <a:pt x="892702" y="2126408"/>
                </a:cubicBezTo>
                <a:cubicBezTo>
                  <a:pt x="983608" y="2126408"/>
                  <a:pt x="1063321" y="2113226"/>
                  <a:pt x="1131842" y="2086862"/>
                </a:cubicBezTo>
                <a:cubicBezTo>
                  <a:pt x="1200363" y="2060498"/>
                  <a:pt x="1276295" y="2009229"/>
                  <a:pt x="1359637" y="1933054"/>
                </a:cubicBezTo>
                <a:lnTo>
                  <a:pt x="1449642" y="1933054"/>
                </a:lnTo>
                <a:lnTo>
                  <a:pt x="1449642" y="2277353"/>
                </a:lnTo>
                <a:cubicBezTo>
                  <a:pt x="1298877" y="2391093"/>
                  <a:pt x="1109845" y="2447963"/>
                  <a:pt x="882546" y="2447963"/>
                </a:cubicBezTo>
                <a:cubicBezTo>
                  <a:pt x="715502" y="2447963"/>
                  <a:pt x="575884" y="2417817"/>
                  <a:pt x="463693" y="2357526"/>
                </a:cubicBezTo>
                <a:cubicBezTo>
                  <a:pt x="351502" y="2297234"/>
                  <a:pt x="260596" y="2212785"/>
                  <a:pt x="190977" y="2104177"/>
                </a:cubicBezTo>
                <a:cubicBezTo>
                  <a:pt x="121357" y="1995570"/>
                  <a:pt x="72122" y="1867369"/>
                  <a:pt x="43273" y="1719576"/>
                </a:cubicBezTo>
                <a:cubicBezTo>
                  <a:pt x="14424" y="1571783"/>
                  <a:pt x="0" y="1410528"/>
                  <a:pt x="0" y="1235813"/>
                </a:cubicBezTo>
                <a:cubicBezTo>
                  <a:pt x="0" y="1061854"/>
                  <a:pt x="14370" y="900122"/>
                  <a:pt x="43111" y="750618"/>
                </a:cubicBezTo>
                <a:cubicBezTo>
                  <a:pt x="71852" y="601114"/>
                  <a:pt x="120141" y="470770"/>
                  <a:pt x="187978" y="359588"/>
                </a:cubicBezTo>
                <a:cubicBezTo>
                  <a:pt x="255815" y="248405"/>
                  <a:pt x="345658" y="160678"/>
                  <a:pt x="457507" y="96407"/>
                </a:cubicBezTo>
                <a:cubicBezTo>
                  <a:pt x="569356" y="32135"/>
                  <a:pt x="707650" y="0"/>
                  <a:pt x="87238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200" b="1" dirty="0">
              <a:solidFill>
                <a:sysClr val="windowText" lastClr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648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65CDE-52F6-F684-46F7-B5594045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D8E5226-3BFE-3FC5-71AA-42078864A482}"/>
              </a:ext>
            </a:extLst>
          </p:cNvPr>
          <p:cNvSpPr/>
          <p:nvPr/>
        </p:nvSpPr>
        <p:spPr>
          <a:xfrm>
            <a:off x="3677554" y="1010554"/>
            <a:ext cx="4836892" cy="4836892"/>
          </a:xfrm>
          <a:prstGeom prst="roundRect">
            <a:avLst>
              <a:gd name="adj" fmla="val 9563"/>
            </a:avLst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8B6B2BAB-656C-FA25-DD3F-73674D217C97}"/>
              </a:ext>
            </a:extLst>
          </p:cNvPr>
          <p:cNvSpPr/>
          <p:nvPr/>
        </p:nvSpPr>
        <p:spPr>
          <a:xfrm>
            <a:off x="3677554" y="1654630"/>
            <a:ext cx="4836892" cy="4192817"/>
          </a:xfrm>
          <a:custGeom>
            <a:avLst/>
            <a:gdLst>
              <a:gd name="connsiteX0" fmla="*/ 2487664 w 4836892"/>
              <a:gd name="connsiteY0" fmla="*/ 1979009 h 4192817"/>
              <a:gd name="connsiteX1" fmla="*/ 2500746 w 4836892"/>
              <a:gd name="connsiteY1" fmla="*/ 1982514 h 4192817"/>
              <a:gd name="connsiteX2" fmla="*/ 2240317 w 4836892"/>
              <a:gd name="connsiteY2" fmla="*/ 2863897 h 4192817"/>
              <a:gd name="connsiteX3" fmla="*/ 2560984 w 4836892"/>
              <a:gd name="connsiteY3" fmla="*/ 2937398 h 4192817"/>
              <a:gd name="connsiteX4" fmla="*/ 4346659 w 4836892"/>
              <a:gd name="connsiteY4" fmla="*/ 2656197 h 4192817"/>
              <a:gd name="connsiteX5" fmla="*/ 4314456 w 4836892"/>
              <a:gd name="connsiteY5" fmla="*/ 2416981 h 4192817"/>
              <a:gd name="connsiteX6" fmla="*/ 4309252 w 4836892"/>
              <a:gd name="connsiteY6" fmla="*/ 2408081 h 4192817"/>
              <a:gd name="connsiteX7" fmla="*/ 2627843 w 4836892"/>
              <a:gd name="connsiteY7" fmla="*/ 1423608 h 4192817"/>
              <a:gd name="connsiteX8" fmla="*/ 2549796 w 4836892"/>
              <a:gd name="connsiteY8" fmla="*/ 1791617 h 4192817"/>
              <a:gd name="connsiteX9" fmla="*/ 4239650 w 4836892"/>
              <a:gd name="connsiteY9" fmla="*/ 2300066 h 4192817"/>
              <a:gd name="connsiteX10" fmla="*/ 4197851 w 4836892"/>
              <a:gd name="connsiteY10" fmla="*/ 2246711 h 4192817"/>
              <a:gd name="connsiteX11" fmla="*/ 2940820 w 4836892"/>
              <a:gd name="connsiteY11" fmla="*/ 1519832 h 4192817"/>
              <a:gd name="connsiteX12" fmla="*/ 506051 w 4836892"/>
              <a:gd name="connsiteY12" fmla="*/ 1389013 h 4192817"/>
              <a:gd name="connsiteX13" fmla="*/ 497092 w 4836892"/>
              <a:gd name="connsiteY13" fmla="*/ 1394122 h 4192817"/>
              <a:gd name="connsiteX14" fmla="*/ 349594 w 4836892"/>
              <a:gd name="connsiteY14" fmla="*/ 1585187 h 4192817"/>
              <a:gd name="connsiteX15" fmla="*/ 1755436 w 4836892"/>
              <a:gd name="connsiteY15" fmla="*/ 2721553 h 4192817"/>
              <a:gd name="connsiteX16" fmla="*/ 2094661 w 4836892"/>
              <a:gd name="connsiteY16" fmla="*/ 2825847 h 4192817"/>
              <a:gd name="connsiteX17" fmla="*/ 2310034 w 4836892"/>
              <a:gd name="connsiteY17" fmla="*/ 1931413 h 4192817"/>
              <a:gd name="connsiteX18" fmla="*/ 2296931 w 4836892"/>
              <a:gd name="connsiteY18" fmla="*/ 1927902 h 4192817"/>
              <a:gd name="connsiteX19" fmla="*/ 2296942 w 4836892"/>
              <a:gd name="connsiteY19" fmla="*/ 1927863 h 4192817"/>
              <a:gd name="connsiteX20" fmla="*/ 1307717 w 4836892"/>
              <a:gd name="connsiteY20" fmla="*/ 1220540 h 4192817"/>
              <a:gd name="connsiteX21" fmla="*/ 683210 w 4836892"/>
              <a:gd name="connsiteY21" fmla="*/ 1304966 h 4192817"/>
              <a:gd name="connsiteX22" fmla="*/ 620336 w 4836892"/>
              <a:gd name="connsiteY22" fmla="*/ 1330270 h 4192817"/>
              <a:gd name="connsiteX23" fmla="*/ 2348023 w 4836892"/>
              <a:gd name="connsiteY23" fmla="*/ 1737225 h 4192817"/>
              <a:gd name="connsiteX24" fmla="*/ 2348032 w 4836892"/>
              <a:gd name="connsiteY24" fmla="*/ 1737190 h 4192817"/>
              <a:gd name="connsiteX25" fmla="*/ 2349222 w 4836892"/>
              <a:gd name="connsiteY25" fmla="*/ 1737509 h 4192817"/>
              <a:gd name="connsiteX26" fmla="*/ 2349248 w 4836892"/>
              <a:gd name="connsiteY26" fmla="*/ 1737514 h 4192817"/>
              <a:gd name="connsiteX27" fmla="*/ 2349247 w 4836892"/>
              <a:gd name="connsiteY27" fmla="*/ 1737515 h 4192817"/>
              <a:gd name="connsiteX28" fmla="*/ 2363114 w 4836892"/>
              <a:gd name="connsiteY28" fmla="*/ 1741231 h 4192817"/>
              <a:gd name="connsiteX29" fmla="*/ 2479713 w 4836892"/>
              <a:gd name="connsiteY29" fmla="*/ 1382937 h 4192817"/>
              <a:gd name="connsiteX30" fmla="*/ 2135271 w 4836892"/>
              <a:gd name="connsiteY30" fmla="*/ 1303986 h 4192817"/>
              <a:gd name="connsiteX31" fmla="*/ 1307717 w 4836892"/>
              <a:gd name="connsiteY31" fmla="*/ 1220540 h 4192817"/>
              <a:gd name="connsiteX32" fmla="*/ 2929757 w 4836892"/>
              <a:gd name="connsiteY32" fmla="*/ 0 h 4192817"/>
              <a:gd name="connsiteX33" fmla="*/ 2637577 w 4836892"/>
              <a:gd name="connsiteY33" fmla="*/ 1377713 h 4192817"/>
              <a:gd name="connsiteX34" fmla="*/ 2996359 w 4836892"/>
              <a:gd name="connsiteY34" fmla="*/ 1487424 h 4192817"/>
              <a:gd name="connsiteX35" fmla="*/ 4469632 w 4836892"/>
              <a:gd name="connsiteY35" fmla="*/ 2368529 h 4192817"/>
              <a:gd name="connsiteX36" fmla="*/ 4470185 w 4836892"/>
              <a:gd name="connsiteY36" fmla="*/ 2369431 h 4192817"/>
              <a:gd name="connsiteX37" fmla="*/ 4836892 w 4836892"/>
              <a:gd name="connsiteY37" fmla="*/ 2479766 h 4192817"/>
              <a:gd name="connsiteX38" fmla="*/ 4836892 w 4836892"/>
              <a:gd name="connsiteY38" fmla="*/ 2532365 h 4192817"/>
              <a:gd name="connsiteX39" fmla="*/ 4525105 w 4836892"/>
              <a:gd name="connsiteY39" fmla="*/ 2458924 h 4192817"/>
              <a:gd name="connsiteX40" fmla="*/ 4525211 w 4836892"/>
              <a:gd name="connsiteY40" fmla="*/ 2459099 h 4192817"/>
              <a:gd name="connsiteX41" fmla="*/ 4563578 w 4836892"/>
              <a:gd name="connsiteY41" fmla="*/ 2714322 h 4192817"/>
              <a:gd name="connsiteX42" fmla="*/ 2592877 w 4836892"/>
              <a:gd name="connsiteY42" fmla="*/ 2993238 h 4192817"/>
              <a:gd name="connsiteX43" fmla="*/ 2227050 w 4836892"/>
              <a:gd name="connsiteY43" fmla="*/ 2908799 h 4192817"/>
              <a:gd name="connsiteX44" fmla="*/ 1847651 w 4836892"/>
              <a:gd name="connsiteY44" fmla="*/ 4192817 h 4192817"/>
              <a:gd name="connsiteX45" fmla="*/ 1765502 w 4836892"/>
              <a:gd name="connsiteY45" fmla="*/ 4192817 h 4192817"/>
              <a:gd name="connsiteX46" fmla="*/ 2083708 w 4836892"/>
              <a:gd name="connsiteY46" fmla="*/ 2871328 h 4192817"/>
              <a:gd name="connsiteX47" fmla="*/ 1699896 w 4836892"/>
              <a:gd name="connsiteY47" fmla="*/ 2753964 h 4192817"/>
              <a:gd name="connsiteX48" fmla="*/ 132675 w 4836892"/>
              <a:gd name="connsiteY48" fmla="*/ 1527065 h 4192817"/>
              <a:gd name="connsiteX49" fmla="*/ 293512 w 4836892"/>
              <a:gd name="connsiteY49" fmla="*/ 1325219 h 4192817"/>
              <a:gd name="connsiteX50" fmla="*/ 293697 w 4836892"/>
              <a:gd name="connsiteY50" fmla="*/ 1325120 h 4192817"/>
              <a:gd name="connsiteX51" fmla="*/ 0 w 4836892"/>
              <a:gd name="connsiteY51" fmla="*/ 1236752 h 4192817"/>
              <a:gd name="connsiteX52" fmla="*/ 0 w 4836892"/>
              <a:gd name="connsiteY52" fmla="*/ 1184152 h 4192817"/>
              <a:gd name="connsiteX53" fmla="*/ 386005 w 4836892"/>
              <a:gd name="connsiteY53" fmla="*/ 1275075 h 4192817"/>
              <a:gd name="connsiteX54" fmla="*/ 386931 w 4836892"/>
              <a:gd name="connsiteY54" fmla="*/ 1274573 h 4192817"/>
              <a:gd name="connsiteX55" fmla="*/ 2103377 w 4836892"/>
              <a:gd name="connsiteY55" fmla="*/ 1248150 h 4192817"/>
              <a:gd name="connsiteX56" fmla="*/ 2494219 w 4836892"/>
              <a:gd name="connsiteY56" fmla="*/ 1338363 h 4192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4836892" h="4192817">
                <a:moveTo>
                  <a:pt x="2487664" y="1979009"/>
                </a:moveTo>
                <a:lnTo>
                  <a:pt x="2500746" y="1982514"/>
                </a:lnTo>
                <a:lnTo>
                  <a:pt x="2240317" y="2863897"/>
                </a:lnTo>
                <a:lnTo>
                  <a:pt x="2560984" y="2937398"/>
                </a:lnTo>
                <a:cubicBezTo>
                  <a:pt x="3489758" y="3113956"/>
                  <a:pt x="4252978" y="3005819"/>
                  <a:pt x="4346659" y="2656197"/>
                </a:cubicBezTo>
                <a:cubicBezTo>
                  <a:pt x="4366733" y="2581279"/>
                  <a:pt x="4354638" y="2500589"/>
                  <a:pt x="4314456" y="2416981"/>
                </a:cubicBezTo>
                <a:lnTo>
                  <a:pt x="4309252" y="2408081"/>
                </a:lnTo>
                <a:close/>
                <a:moveTo>
                  <a:pt x="2627843" y="1423608"/>
                </a:moveTo>
                <a:lnTo>
                  <a:pt x="2549796" y="1791617"/>
                </a:lnTo>
                <a:lnTo>
                  <a:pt x="4239650" y="2300066"/>
                </a:lnTo>
                <a:lnTo>
                  <a:pt x="4197851" y="2246711"/>
                </a:lnTo>
                <a:cubicBezTo>
                  <a:pt x="3970395" y="1987994"/>
                  <a:pt x="3514646" y="1720071"/>
                  <a:pt x="2940820" y="1519832"/>
                </a:cubicBezTo>
                <a:close/>
                <a:moveTo>
                  <a:pt x="506051" y="1389013"/>
                </a:moveTo>
                <a:lnTo>
                  <a:pt x="497092" y="1394122"/>
                </a:lnTo>
                <a:cubicBezTo>
                  <a:pt x="420488" y="1446437"/>
                  <a:pt x="369669" y="1510268"/>
                  <a:pt x="349594" y="1585187"/>
                </a:cubicBezTo>
                <a:cubicBezTo>
                  <a:pt x="255913" y="1934809"/>
                  <a:pt x="862815" y="2410069"/>
                  <a:pt x="1755436" y="2721553"/>
                </a:cubicBezTo>
                <a:lnTo>
                  <a:pt x="2094661" y="2825847"/>
                </a:lnTo>
                <a:lnTo>
                  <a:pt x="2310034" y="1931413"/>
                </a:lnTo>
                <a:lnTo>
                  <a:pt x="2296931" y="1927902"/>
                </a:lnTo>
                <a:lnTo>
                  <a:pt x="2296942" y="1927863"/>
                </a:lnTo>
                <a:close/>
                <a:moveTo>
                  <a:pt x="1307717" y="1220540"/>
                </a:moveTo>
                <a:cubicBezTo>
                  <a:pt x="1060128" y="1221182"/>
                  <a:pt x="846380" y="1249802"/>
                  <a:pt x="683210" y="1304966"/>
                </a:cubicBezTo>
                <a:lnTo>
                  <a:pt x="620336" y="1330270"/>
                </a:lnTo>
                <a:lnTo>
                  <a:pt x="2348023" y="1737225"/>
                </a:lnTo>
                <a:lnTo>
                  <a:pt x="2348032" y="1737190"/>
                </a:lnTo>
                <a:lnTo>
                  <a:pt x="2349222" y="1737509"/>
                </a:lnTo>
                <a:lnTo>
                  <a:pt x="2349248" y="1737514"/>
                </a:lnTo>
                <a:lnTo>
                  <a:pt x="2349247" y="1737515"/>
                </a:lnTo>
                <a:lnTo>
                  <a:pt x="2363114" y="1741231"/>
                </a:lnTo>
                <a:lnTo>
                  <a:pt x="2479713" y="1382937"/>
                </a:lnTo>
                <a:lnTo>
                  <a:pt x="2135271" y="1303986"/>
                </a:lnTo>
                <a:cubicBezTo>
                  <a:pt x="1836737" y="1247235"/>
                  <a:pt x="1555306" y="1219898"/>
                  <a:pt x="1307717" y="1220540"/>
                </a:cubicBezTo>
                <a:close/>
                <a:moveTo>
                  <a:pt x="2929757" y="0"/>
                </a:moveTo>
                <a:lnTo>
                  <a:pt x="2637577" y="1377713"/>
                </a:lnTo>
                <a:lnTo>
                  <a:pt x="2996359" y="1487424"/>
                </a:lnTo>
                <a:cubicBezTo>
                  <a:pt x="3703747" y="1731829"/>
                  <a:pt x="4250954" y="2063569"/>
                  <a:pt x="4469632" y="2368529"/>
                </a:cubicBezTo>
                <a:lnTo>
                  <a:pt x="4470185" y="2369431"/>
                </a:lnTo>
                <a:lnTo>
                  <a:pt x="4836892" y="2479766"/>
                </a:lnTo>
                <a:lnTo>
                  <a:pt x="4836892" y="2532365"/>
                </a:lnTo>
                <a:lnTo>
                  <a:pt x="4525105" y="2458924"/>
                </a:lnTo>
                <a:lnTo>
                  <a:pt x="4525211" y="2459099"/>
                </a:lnTo>
                <a:cubicBezTo>
                  <a:pt x="4570599" y="2548638"/>
                  <a:pt x="4584902" y="2634739"/>
                  <a:pt x="4563578" y="2714322"/>
                </a:cubicBezTo>
                <a:cubicBezTo>
                  <a:pt x="4464065" y="3085709"/>
                  <a:pt x="3621623" y="3192083"/>
                  <a:pt x="2592877" y="2993238"/>
                </a:cubicBezTo>
                <a:lnTo>
                  <a:pt x="2227050" y="2908799"/>
                </a:lnTo>
                <a:lnTo>
                  <a:pt x="1847651" y="4192817"/>
                </a:lnTo>
                <a:lnTo>
                  <a:pt x="1765502" y="4192817"/>
                </a:lnTo>
                <a:lnTo>
                  <a:pt x="2083708" y="2871328"/>
                </a:lnTo>
                <a:lnTo>
                  <a:pt x="1699896" y="2753964"/>
                </a:lnTo>
                <a:cubicBezTo>
                  <a:pt x="709552" y="2411796"/>
                  <a:pt x="33162" y="1898452"/>
                  <a:pt x="132675" y="1527065"/>
                </a:cubicBezTo>
                <a:cubicBezTo>
                  <a:pt x="153999" y="1447482"/>
                  <a:pt x="209438" y="1380069"/>
                  <a:pt x="293512" y="1325219"/>
                </a:cubicBezTo>
                <a:lnTo>
                  <a:pt x="293697" y="1325120"/>
                </a:lnTo>
                <a:lnTo>
                  <a:pt x="0" y="1236752"/>
                </a:lnTo>
                <a:lnTo>
                  <a:pt x="0" y="1184152"/>
                </a:lnTo>
                <a:lnTo>
                  <a:pt x="386005" y="1275075"/>
                </a:lnTo>
                <a:lnTo>
                  <a:pt x="386931" y="1274573"/>
                </a:lnTo>
                <a:cubicBezTo>
                  <a:pt x="728793" y="1119809"/>
                  <a:pt x="1368558" y="1106118"/>
                  <a:pt x="2103377" y="1248150"/>
                </a:cubicBezTo>
                <a:lnTo>
                  <a:pt x="2494219" y="133836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0717BD-1F13-74F2-4F41-C4F7F41CA32D}"/>
              </a:ext>
            </a:extLst>
          </p:cNvPr>
          <p:cNvSpPr txBox="1"/>
          <p:nvPr/>
        </p:nvSpPr>
        <p:spPr>
          <a:xfrm>
            <a:off x="4090018" y="1888548"/>
            <a:ext cx="4011965" cy="3080904"/>
          </a:xfrm>
          <a:custGeom>
            <a:avLst/>
            <a:gdLst/>
            <a:ahLst/>
            <a:cxnLst/>
            <a:rect l="l" t="t" r="r" b="b"/>
            <a:pathLst>
              <a:path w="3196752" h="2454878">
                <a:moveTo>
                  <a:pt x="2466825" y="0"/>
                </a:moveTo>
                <a:cubicBezTo>
                  <a:pt x="2563926" y="0"/>
                  <a:pt x="2665708" y="9418"/>
                  <a:pt x="2772172" y="28255"/>
                </a:cubicBezTo>
                <a:cubicBezTo>
                  <a:pt x="2878637" y="47091"/>
                  <a:pt x="2979465" y="91085"/>
                  <a:pt x="3074656" y="160237"/>
                </a:cubicBezTo>
                <a:lnTo>
                  <a:pt x="3074656" y="491192"/>
                </a:lnTo>
                <a:lnTo>
                  <a:pt x="2981086" y="491192"/>
                </a:lnTo>
                <a:cubicBezTo>
                  <a:pt x="2822793" y="380405"/>
                  <a:pt x="2654777" y="325012"/>
                  <a:pt x="2477036" y="325012"/>
                </a:cubicBezTo>
                <a:cubicBezTo>
                  <a:pt x="2354905" y="325012"/>
                  <a:pt x="2262865" y="345983"/>
                  <a:pt x="2200916" y="387924"/>
                </a:cubicBezTo>
                <a:cubicBezTo>
                  <a:pt x="2138968" y="429865"/>
                  <a:pt x="2107994" y="499025"/>
                  <a:pt x="2107994" y="595405"/>
                </a:cubicBezTo>
                <a:cubicBezTo>
                  <a:pt x="2107994" y="682421"/>
                  <a:pt x="2137140" y="752968"/>
                  <a:pt x="2195433" y="807046"/>
                </a:cubicBezTo>
                <a:cubicBezTo>
                  <a:pt x="2253725" y="861125"/>
                  <a:pt x="2322598" y="904444"/>
                  <a:pt x="2402050" y="937003"/>
                </a:cubicBezTo>
                <a:cubicBezTo>
                  <a:pt x="2555876" y="1001256"/>
                  <a:pt x="2681852" y="1062898"/>
                  <a:pt x="2779979" y="1121929"/>
                </a:cubicBezTo>
                <a:cubicBezTo>
                  <a:pt x="2878106" y="1180960"/>
                  <a:pt x="2958341" y="1242314"/>
                  <a:pt x="3020686" y="1305991"/>
                </a:cubicBezTo>
                <a:cubicBezTo>
                  <a:pt x="3083030" y="1369668"/>
                  <a:pt x="3127961" y="1438099"/>
                  <a:pt x="3155477" y="1511284"/>
                </a:cubicBezTo>
                <a:cubicBezTo>
                  <a:pt x="3182994" y="1584470"/>
                  <a:pt x="3196752" y="1663021"/>
                  <a:pt x="3196752" y="1746940"/>
                </a:cubicBezTo>
                <a:cubicBezTo>
                  <a:pt x="3196752" y="1989510"/>
                  <a:pt x="3123477" y="2168142"/>
                  <a:pt x="2976926" y="2282836"/>
                </a:cubicBezTo>
                <a:cubicBezTo>
                  <a:pt x="2830375" y="2397531"/>
                  <a:pt x="2627567" y="2454878"/>
                  <a:pt x="2368501" y="2454878"/>
                </a:cubicBezTo>
                <a:cubicBezTo>
                  <a:pt x="2234700" y="2454878"/>
                  <a:pt x="2112316" y="2437428"/>
                  <a:pt x="2001349" y="2402528"/>
                </a:cubicBezTo>
                <a:cubicBezTo>
                  <a:pt x="1890383" y="2367628"/>
                  <a:pt x="1785287" y="2316017"/>
                  <a:pt x="1686062" y="2247694"/>
                </a:cubicBezTo>
                <a:lnTo>
                  <a:pt x="1686062" y="1885459"/>
                </a:lnTo>
                <a:lnTo>
                  <a:pt x="1772609" y="1885459"/>
                </a:lnTo>
                <a:cubicBezTo>
                  <a:pt x="1885125" y="1967468"/>
                  <a:pt x="1988726" y="2026976"/>
                  <a:pt x="2083413" y="2063983"/>
                </a:cubicBezTo>
                <a:cubicBezTo>
                  <a:pt x="2178100" y="2100990"/>
                  <a:pt x="2276515" y="2119493"/>
                  <a:pt x="2378657" y="2119493"/>
                </a:cubicBezTo>
                <a:cubicBezTo>
                  <a:pt x="2519553" y="2119493"/>
                  <a:pt x="2627027" y="2092166"/>
                  <a:pt x="2701076" y="2037511"/>
                </a:cubicBezTo>
                <a:cubicBezTo>
                  <a:pt x="2775126" y="1982856"/>
                  <a:pt x="2812151" y="1892446"/>
                  <a:pt x="2812151" y="1766280"/>
                </a:cubicBezTo>
                <a:cubicBezTo>
                  <a:pt x="2812151" y="1678796"/>
                  <a:pt x="2776612" y="1599416"/>
                  <a:pt x="2705533" y="1528140"/>
                </a:cubicBezTo>
                <a:cubicBezTo>
                  <a:pt x="2634455" y="1456863"/>
                  <a:pt x="2544387" y="1396068"/>
                  <a:pt x="2435329" y="1345753"/>
                </a:cubicBezTo>
                <a:cubicBezTo>
                  <a:pt x="2311396" y="1289423"/>
                  <a:pt x="2205076" y="1236146"/>
                  <a:pt x="2116368" y="1185921"/>
                </a:cubicBezTo>
                <a:cubicBezTo>
                  <a:pt x="2027659" y="1135696"/>
                  <a:pt x="1954960" y="1082221"/>
                  <a:pt x="1898270" y="1025495"/>
                </a:cubicBezTo>
                <a:cubicBezTo>
                  <a:pt x="1841581" y="968769"/>
                  <a:pt x="1800522" y="906479"/>
                  <a:pt x="1775094" y="838624"/>
                </a:cubicBezTo>
                <a:cubicBezTo>
                  <a:pt x="1749667" y="770769"/>
                  <a:pt x="1736953" y="692775"/>
                  <a:pt x="1736953" y="604643"/>
                </a:cubicBezTo>
                <a:cubicBezTo>
                  <a:pt x="1736953" y="500592"/>
                  <a:pt x="1756690" y="410272"/>
                  <a:pt x="1796164" y="333683"/>
                </a:cubicBezTo>
                <a:cubicBezTo>
                  <a:pt x="1835638" y="257094"/>
                  <a:pt x="1889518" y="194218"/>
                  <a:pt x="1957806" y="145056"/>
                </a:cubicBezTo>
                <a:cubicBezTo>
                  <a:pt x="2026093" y="95893"/>
                  <a:pt x="2104194" y="59427"/>
                  <a:pt x="2192110" y="35656"/>
                </a:cubicBezTo>
                <a:cubicBezTo>
                  <a:pt x="2280026" y="11885"/>
                  <a:pt x="2371598" y="0"/>
                  <a:pt x="2466825" y="0"/>
                </a:cubicBezTo>
                <a:close/>
                <a:moveTo>
                  <a:pt x="872389" y="0"/>
                </a:moveTo>
                <a:cubicBezTo>
                  <a:pt x="976765" y="0"/>
                  <a:pt x="1071191" y="11804"/>
                  <a:pt x="1155667" y="35413"/>
                </a:cubicBezTo>
                <a:cubicBezTo>
                  <a:pt x="1240143" y="59022"/>
                  <a:pt x="1324575" y="92742"/>
                  <a:pt x="1408961" y="136574"/>
                </a:cubicBezTo>
                <a:lnTo>
                  <a:pt x="1408961" y="497999"/>
                </a:lnTo>
                <a:lnTo>
                  <a:pt x="1321171" y="497999"/>
                </a:lnTo>
                <a:cubicBezTo>
                  <a:pt x="1258647" y="449881"/>
                  <a:pt x="1191062" y="409020"/>
                  <a:pt x="1118417" y="375417"/>
                </a:cubicBezTo>
                <a:cubicBezTo>
                  <a:pt x="1045772" y="341813"/>
                  <a:pt x="964879" y="325012"/>
                  <a:pt x="875739" y="325012"/>
                </a:cubicBezTo>
                <a:cubicBezTo>
                  <a:pt x="710423" y="325012"/>
                  <a:pt x="586103" y="399188"/>
                  <a:pt x="502780" y="547539"/>
                </a:cubicBezTo>
                <a:cubicBezTo>
                  <a:pt x="419456" y="695891"/>
                  <a:pt x="377794" y="917410"/>
                  <a:pt x="377794" y="1212096"/>
                </a:cubicBezTo>
                <a:cubicBezTo>
                  <a:pt x="377794" y="1519460"/>
                  <a:pt x="421238" y="1748686"/>
                  <a:pt x="508128" y="1899775"/>
                </a:cubicBezTo>
                <a:cubicBezTo>
                  <a:pt x="595018" y="2050864"/>
                  <a:pt x="723209" y="2126408"/>
                  <a:pt x="892702" y="2126408"/>
                </a:cubicBezTo>
                <a:cubicBezTo>
                  <a:pt x="983608" y="2126408"/>
                  <a:pt x="1063321" y="2113226"/>
                  <a:pt x="1131842" y="2086862"/>
                </a:cubicBezTo>
                <a:cubicBezTo>
                  <a:pt x="1200363" y="2060498"/>
                  <a:pt x="1276295" y="2009229"/>
                  <a:pt x="1359637" y="1933054"/>
                </a:cubicBezTo>
                <a:lnTo>
                  <a:pt x="1449642" y="1933054"/>
                </a:lnTo>
                <a:lnTo>
                  <a:pt x="1449642" y="2277353"/>
                </a:lnTo>
                <a:cubicBezTo>
                  <a:pt x="1298877" y="2391093"/>
                  <a:pt x="1109845" y="2447963"/>
                  <a:pt x="882546" y="2447963"/>
                </a:cubicBezTo>
                <a:cubicBezTo>
                  <a:pt x="715502" y="2447963"/>
                  <a:pt x="575884" y="2417817"/>
                  <a:pt x="463693" y="2357526"/>
                </a:cubicBezTo>
                <a:cubicBezTo>
                  <a:pt x="351502" y="2297234"/>
                  <a:pt x="260596" y="2212785"/>
                  <a:pt x="190977" y="2104177"/>
                </a:cubicBezTo>
                <a:cubicBezTo>
                  <a:pt x="121357" y="1995570"/>
                  <a:pt x="72122" y="1867369"/>
                  <a:pt x="43273" y="1719576"/>
                </a:cubicBezTo>
                <a:cubicBezTo>
                  <a:pt x="14424" y="1571783"/>
                  <a:pt x="0" y="1410528"/>
                  <a:pt x="0" y="1235813"/>
                </a:cubicBezTo>
                <a:cubicBezTo>
                  <a:pt x="0" y="1061854"/>
                  <a:pt x="14370" y="900122"/>
                  <a:pt x="43111" y="750618"/>
                </a:cubicBezTo>
                <a:cubicBezTo>
                  <a:pt x="71852" y="601114"/>
                  <a:pt x="120141" y="470770"/>
                  <a:pt x="187978" y="359588"/>
                </a:cubicBezTo>
                <a:cubicBezTo>
                  <a:pt x="255815" y="248405"/>
                  <a:pt x="345658" y="160678"/>
                  <a:pt x="457507" y="96407"/>
                </a:cubicBezTo>
                <a:cubicBezTo>
                  <a:pt x="569356" y="32135"/>
                  <a:pt x="707650" y="0"/>
                  <a:pt x="87238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200" b="1" dirty="0">
              <a:solidFill>
                <a:sysClr val="windowText" lastClr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94357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D0055-C4C8-D502-1013-935261C35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CCFF8A-64FA-860F-7229-AFC411E2CDD1}"/>
              </a:ext>
            </a:extLst>
          </p:cNvPr>
          <p:cNvSpPr txBox="1"/>
          <p:nvPr/>
        </p:nvSpPr>
        <p:spPr>
          <a:xfrm>
            <a:off x="1766339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F9A1E-C840-7EC6-10F2-F38CDD07CFF1}"/>
              </a:ext>
            </a:extLst>
          </p:cNvPr>
          <p:cNvSpPr txBox="1"/>
          <p:nvPr/>
        </p:nvSpPr>
        <p:spPr>
          <a:xfrm>
            <a:off x="5712114" y="2274838"/>
            <a:ext cx="51661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413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7DF286-6A26-1FF3-2DC7-8F173D0A73E0}"/>
              </a:ext>
            </a:extLst>
          </p:cNvPr>
          <p:cNvSpPr/>
          <p:nvPr/>
        </p:nvSpPr>
        <p:spPr>
          <a:xfrm>
            <a:off x="2044322" y="1770743"/>
            <a:ext cx="7920000" cy="33165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AEDE9F-57A0-005C-75C8-2D7B94A6406F}"/>
              </a:ext>
            </a:extLst>
          </p:cNvPr>
          <p:cNvSpPr txBox="1"/>
          <p:nvPr/>
        </p:nvSpPr>
        <p:spPr>
          <a:xfrm>
            <a:off x="2150224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BB6475-6453-EA1A-2DE7-D31F7298D068}"/>
              </a:ext>
            </a:extLst>
          </p:cNvPr>
          <p:cNvSpPr txBox="1"/>
          <p:nvPr/>
        </p:nvSpPr>
        <p:spPr>
          <a:xfrm>
            <a:off x="6096000" y="2274838"/>
            <a:ext cx="38683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C8B58BF-E8A7-F1DB-F353-ECD39480E821}"/>
              </a:ext>
            </a:extLst>
          </p:cNvPr>
          <p:cNvSpPr/>
          <p:nvPr/>
        </p:nvSpPr>
        <p:spPr>
          <a:xfrm>
            <a:off x="2044322" y="4244340"/>
            <a:ext cx="7920000" cy="108000"/>
          </a:xfrm>
          <a:prstGeom prst="rect">
            <a:avLst/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48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ACBB-6394-18C3-40F8-A138C38EF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07CD9BA-B6AE-8EA3-B0B3-E9066C21F0FD}"/>
              </a:ext>
            </a:extLst>
          </p:cNvPr>
          <p:cNvSpPr/>
          <p:nvPr/>
        </p:nvSpPr>
        <p:spPr>
          <a:xfrm>
            <a:off x="2044322" y="1770743"/>
            <a:ext cx="7920000" cy="33165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3271A-1F52-607B-F765-1FFFE03DA1C3}"/>
              </a:ext>
            </a:extLst>
          </p:cNvPr>
          <p:cNvSpPr txBox="1"/>
          <p:nvPr/>
        </p:nvSpPr>
        <p:spPr>
          <a:xfrm>
            <a:off x="2150224" y="2274838"/>
            <a:ext cx="3945775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solidFill>
                  <a:schemeClr val="bg1"/>
                </a:solidFill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solidFill>
                <a:schemeClr val="bg1"/>
              </a:solidFill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2EE7DF-D5A4-5D92-A1BF-3B8B556DCC0A}"/>
              </a:ext>
            </a:extLst>
          </p:cNvPr>
          <p:cNvSpPr txBox="1"/>
          <p:nvPr/>
        </p:nvSpPr>
        <p:spPr>
          <a:xfrm>
            <a:off x="6096000" y="2274838"/>
            <a:ext cx="3868322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solidFill>
                  <a:schemeClr val="bg1"/>
                </a:solidFill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solidFill>
                <a:schemeClr val="bg1"/>
              </a:solidFill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A50E079-F9E7-F507-81B6-32AB39682AB1}"/>
              </a:ext>
            </a:extLst>
          </p:cNvPr>
          <p:cNvSpPr/>
          <p:nvPr/>
        </p:nvSpPr>
        <p:spPr>
          <a:xfrm>
            <a:off x="2044322" y="4244340"/>
            <a:ext cx="7920000" cy="108000"/>
          </a:xfrm>
          <a:prstGeom prst="rect">
            <a:avLst/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90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98A4-DA42-3BC4-F528-5232FE60F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EEAF336-743D-F3F8-0CE2-CA10C5380FC4}"/>
              </a:ext>
            </a:extLst>
          </p:cNvPr>
          <p:cNvGrpSpPr/>
          <p:nvPr/>
        </p:nvGrpSpPr>
        <p:grpSpPr>
          <a:xfrm>
            <a:off x="3936000" y="1269000"/>
            <a:ext cx="4320000" cy="4320000"/>
            <a:chOff x="1776000" y="1269000"/>
            <a:chExt cx="4320000" cy="43200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3E6291-C5E9-1C8D-5BE4-A4FA12FDACE0}"/>
                </a:ext>
              </a:extLst>
            </p:cNvPr>
            <p:cNvSpPr/>
            <p:nvPr/>
          </p:nvSpPr>
          <p:spPr>
            <a:xfrm>
              <a:off x="1776000" y="1269000"/>
              <a:ext cx="4320000" cy="432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7A80726-9CE7-2247-5037-598279E482D0}"/>
                </a:ext>
              </a:extLst>
            </p:cNvPr>
            <p:cNvSpPr txBox="1"/>
            <p:nvPr/>
          </p:nvSpPr>
          <p:spPr>
            <a:xfrm>
              <a:off x="2231216" y="1874728"/>
              <a:ext cx="3343063" cy="31085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9600" dirty="0">
                  <a:latin typeface="Times New Roman" panose="02020603050405020304" pitchFamily="18" charset="0"/>
                  <a:ea typeface="D2Coding" panose="020B0609020101020101" pitchFamily="49" charset="-127"/>
                  <a:cs typeface="Times New Roman" panose="02020603050405020304" pitchFamily="18" charset="0"/>
                </a:rPr>
                <a:t>CS</a:t>
              </a:r>
              <a:endParaRPr lang="ko-KR" altLang="en-US" sz="196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8D0A8E4-22C3-019D-E7AA-566F333A67ED}"/>
                </a:ext>
              </a:extLst>
            </p:cNvPr>
            <p:cNvSpPr/>
            <p:nvPr/>
          </p:nvSpPr>
          <p:spPr>
            <a:xfrm>
              <a:off x="2298348" y="4571307"/>
              <a:ext cx="3386138" cy="108000"/>
            </a:xfrm>
            <a:prstGeom prst="rect">
              <a:avLst/>
            </a:prstGeom>
            <a:solidFill>
              <a:srgbClr val="F78F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3358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351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242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0961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6F4E2-C110-31BE-E560-F4229380C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141EDC-0466-B51F-241E-BDCFD76C03DD}"/>
              </a:ext>
            </a:extLst>
          </p:cNvPr>
          <p:cNvSpPr txBox="1"/>
          <p:nvPr/>
        </p:nvSpPr>
        <p:spPr>
          <a:xfrm>
            <a:off x="1766339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2BF2D-CE25-6448-9DB7-C5A2BF21ADF9}"/>
              </a:ext>
            </a:extLst>
          </p:cNvPr>
          <p:cNvSpPr txBox="1"/>
          <p:nvPr/>
        </p:nvSpPr>
        <p:spPr>
          <a:xfrm>
            <a:off x="5185064" y="2274838"/>
            <a:ext cx="51661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275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9AE29C08-6AFA-E120-37BB-6D5C15032C33}"/>
              </a:ext>
            </a:extLst>
          </p:cNvPr>
          <p:cNvSpPr/>
          <p:nvPr/>
        </p:nvSpPr>
        <p:spPr>
          <a:xfrm>
            <a:off x="-572748" y="2023848"/>
            <a:ext cx="2932204" cy="1017156"/>
          </a:xfrm>
          <a:custGeom>
            <a:avLst/>
            <a:gdLst>
              <a:gd name="connsiteX0" fmla="*/ 1466102 w 2932204"/>
              <a:gd name="connsiteY0" fmla="*/ 29804 h 1017156"/>
              <a:gd name="connsiteX1" fmla="*/ 143549 w 2932204"/>
              <a:gd name="connsiteY1" fmla="*/ 508577 h 1017156"/>
              <a:gd name="connsiteX2" fmla="*/ 1466102 w 2932204"/>
              <a:gd name="connsiteY2" fmla="*/ 987350 h 1017156"/>
              <a:gd name="connsiteX3" fmla="*/ 2788655 w 2932204"/>
              <a:gd name="connsiteY3" fmla="*/ 508577 h 1017156"/>
              <a:gd name="connsiteX4" fmla="*/ 1466102 w 2932204"/>
              <a:gd name="connsiteY4" fmla="*/ 29804 h 1017156"/>
              <a:gd name="connsiteX5" fmla="*/ 1466102 w 2932204"/>
              <a:gd name="connsiteY5" fmla="*/ 0 h 1017156"/>
              <a:gd name="connsiteX6" fmla="*/ 2932204 w 2932204"/>
              <a:gd name="connsiteY6" fmla="*/ 508578 h 1017156"/>
              <a:gd name="connsiteX7" fmla="*/ 1466102 w 2932204"/>
              <a:gd name="connsiteY7" fmla="*/ 1017156 h 1017156"/>
              <a:gd name="connsiteX8" fmla="*/ 0 w 2932204"/>
              <a:gd name="connsiteY8" fmla="*/ 508578 h 1017156"/>
              <a:gd name="connsiteX9" fmla="*/ 1466102 w 2932204"/>
              <a:gd name="connsiteY9" fmla="*/ 0 h 1017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32204" h="1017156">
                <a:moveTo>
                  <a:pt x="1466102" y="29804"/>
                </a:moveTo>
                <a:cubicBezTo>
                  <a:pt x="735676" y="29804"/>
                  <a:pt x="143549" y="244158"/>
                  <a:pt x="143549" y="508577"/>
                </a:cubicBezTo>
                <a:cubicBezTo>
                  <a:pt x="143549" y="772996"/>
                  <a:pt x="735676" y="987350"/>
                  <a:pt x="1466102" y="987350"/>
                </a:cubicBezTo>
                <a:cubicBezTo>
                  <a:pt x="2196528" y="987350"/>
                  <a:pt x="2788655" y="772996"/>
                  <a:pt x="2788655" y="508577"/>
                </a:cubicBezTo>
                <a:cubicBezTo>
                  <a:pt x="2788655" y="244158"/>
                  <a:pt x="2196528" y="29804"/>
                  <a:pt x="1466102" y="29804"/>
                </a:cubicBezTo>
                <a:close/>
                <a:moveTo>
                  <a:pt x="1466102" y="0"/>
                </a:moveTo>
                <a:cubicBezTo>
                  <a:pt x="2275808" y="0"/>
                  <a:pt x="2932204" y="227698"/>
                  <a:pt x="2932204" y="508578"/>
                </a:cubicBezTo>
                <a:cubicBezTo>
                  <a:pt x="2932204" y="789458"/>
                  <a:pt x="2275808" y="1017156"/>
                  <a:pt x="1466102" y="1017156"/>
                </a:cubicBezTo>
                <a:cubicBezTo>
                  <a:pt x="656396" y="1017156"/>
                  <a:pt x="0" y="789458"/>
                  <a:pt x="0" y="508578"/>
                </a:cubicBezTo>
                <a:cubicBezTo>
                  <a:pt x="0" y="227698"/>
                  <a:pt x="656396" y="0"/>
                  <a:pt x="1466102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A077D6B6-BFFC-75D5-5C1C-F8CE2F9DAF14}"/>
              </a:ext>
            </a:extLst>
          </p:cNvPr>
          <p:cNvSpPr/>
          <p:nvPr/>
        </p:nvSpPr>
        <p:spPr>
          <a:xfrm rot="5400000">
            <a:off x="-991029" y="878001"/>
            <a:ext cx="3768766" cy="4266396"/>
          </a:xfrm>
          <a:custGeom>
            <a:avLst/>
            <a:gdLst>
              <a:gd name="connsiteX0" fmla="*/ 0 w 3768766"/>
              <a:gd name="connsiteY0" fmla="*/ 2124929 h 4266396"/>
              <a:gd name="connsiteX1" fmla="*/ 1169063 w 3768766"/>
              <a:gd name="connsiteY1" fmla="*/ 2063123 h 4266396"/>
              <a:gd name="connsiteX2" fmla="*/ 1231941 w 3768766"/>
              <a:gd name="connsiteY2" fmla="*/ 0 h 4266396"/>
              <a:gd name="connsiteX3" fmla="*/ 1295044 w 3768766"/>
              <a:gd name="connsiteY3" fmla="*/ 2070483 h 4266396"/>
              <a:gd name="connsiteX4" fmla="*/ 1295044 w 3768766"/>
              <a:gd name="connsiteY4" fmla="*/ 2061826 h 4266396"/>
              <a:gd name="connsiteX5" fmla="*/ 3768766 w 3768766"/>
              <a:gd name="connsiteY5" fmla="*/ 2124929 h 4266396"/>
              <a:gd name="connsiteX6" fmla="*/ 1295044 w 3768766"/>
              <a:gd name="connsiteY6" fmla="*/ 2188032 h 4266396"/>
              <a:gd name="connsiteX7" fmla="*/ 1295044 w 3768766"/>
              <a:gd name="connsiteY7" fmla="*/ 2196703 h 4266396"/>
              <a:gd name="connsiteX8" fmla="*/ 1295018 w 3768766"/>
              <a:gd name="connsiteY8" fmla="*/ 2196703 h 4266396"/>
              <a:gd name="connsiteX9" fmla="*/ 1231940 w 3768766"/>
              <a:gd name="connsiteY9" fmla="*/ 4266396 h 4266396"/>
              <a:gd name="connsiteX10" fmla="*/ 1168861 w 3768766"/>
              <a:gd name="connsiteY10" fmla="*/ 2196703 h 4266396"/>
              <a:gd name="connsiteX11" fmla="*/ 1168838 w 3768766"/>
              <a:gd name="connsiteY11" fmla="*/ 2196703 h 4266396"/>
              <a:gd name="connsiteX12" fmla="*/ 1168838 w 3768766"/>
              <a:gd name="connsiteY12" fmla="*/ 2195916 h 4266396"/>
              <a:gd name="connsiteX13" fmla="*/ 1168837 w 3768766"/>
              <a:gd name="connsiteY13" fmla="*/ 2195899 h 4266396"/>
              <a:gd name="connsiteX14" fmla="*/ 1168838 w 3768766"/>
              <a:gd name="connsiteY14" fmla="*/ 2195899 h 4266396"/>
              <a:gd name="connsiteX15" fmla="*/ 1168838 w 3768766"/>
              <a:gd name="connsiteY15" fmla="*/ 2186723 h 426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8766" h="4266396">
                <a:moveTo>
                  <a:pt x="0" y="2124929"/>
                </a:moveTo>
                <a:lnTo>
                  <a:pt x="1169063" y="2063123"/>
                </a:lnTo>
                <a:lnTo>
                  <a:pt x="1231941" y="0"/>
                </a:lnTo>
                <a:lnTo>
                  <a:pt x="1295044" y="2070483"/>
                </a:lnTo>
                <a:lnTo>
                  <a:pt x="1295044" y="2061826"/>
                </a:lnTo>
                <a:lnTo>
                  <a:pt x="3768766" y="2124929"/>
                </a:lnTo>
                <a:lnTo>
                  <a:pt x="1295044" y="2188032"/>
                </a:lnTo>
                <a:lnTo>
                  <a:pt x="1295044" y="2196703"/>
                </a:lnTo>
                <a:lnTo>
                  <a:pt x="1295018" y="2196703"/>
                </a:lnTo>
                <a:lnTo>
                  <a:pt x="1231940" y="4266396"/>
                </a:lnTo>
                <a:lnTo>
                  <a:pt x="1168861" y="2196703"/>
                </a:lnTo>
                <a:lnTo>
                  <a:pt x="1168838" y="2196703"/>
                </a:lnTo>
                <a:lnTo>
                  <a:pt x="1168838" y="2195916"/>
                </a:lnTo>
                <a:lnTo>
                  <a:pt x="1168837" y="2195899"/>
                </a:lnTo>
                <a:lnTo>
                  <a:pt x="1168838" y="2195899"/>
                </a:lnTo>
                <a:lnTo>
                  <a:pt x="1168838" y="218672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CB676E-9002-BFA8-C094-78F055AB0C27}"/>
              </a:ext>
            </a:extLst>
          </p:cNvPr>
          <p:cNvSpPr/>
          <p:nvPr/>
        </p:nvSpPr>
        <p:spPr>
          <a:xfrm>
            <a:off x="3461750" y="1126816"/>
            <a:ext cx="4266396" cy="3768766"/>
          </a:xfrm>
          <a:custGeom>
            <a:avLst/>
            <a:gdLst>
              <a:gd name="connsiteX0" fmla="*/ 3391606 w 4266396"/>
              <a:gd name="connsiteY0" fmla="*/ 1258603 h 3768766"/>
              <a:gd name="connsiteX1" fmla="*/ 2195913 w 4266396"/>
              <a:gd name="connsiteY1" fmla="*/ 1295044 h 3768766"/>
              <a:gd name="connsiteX2" fmla="*/ 2204570 w 4266396"/>
              <a:gd name="connsiteY2" fmla="*/ 1295044 h 3768766"/>
              <a:gd name="connsiteX3" fmla="*/ 2189589 w 4266396"/>
              <a:gd name="connsiteY3" fmla="*/ 1882324 h 3768766"/>
              <a:gd name="connsiteX4" fmla="*/ 2399739 w 4266396"/>
              <a:gd name="connsiteY4" fmla="*/ 1874655 h 3768766"/>
              <a:gd name="connsiteX5" fmla="*/ 3455751 w 4266396"/>
              <a:gd name="connsiteY5" fmla="*/ 1405609 h 3768766"/>
              <a:gd name="connsiteX6" fmla="*/ 3396292 w 4266396"/>
              <a:gd name="connsiteY6" fmla="*/ 1263237 h 3768766"/>
              <a:gd name="connsiteX7" fmla="*/ 874791 w 4266396"/>
              <a:gd name="connsiteY7" fmla="*/ 1258601 h 3768766"/>
              <a:gd name="connsiteX8" fmla="*/ 870105 w 4266396"/>
              <a:gd name="connsiteY8" fmla="*/ 1263237 h 3768766"/>
              <a:gd name="connsiteX9" fmla="*/ 810645 w 4266396"/>
              <a:gd name="connsiteY9" fmla="*/ 1405609 h 3768766"/>
              <a:gd name="connsiteX10" fmla="*/ 1866658 w 4266396"/>
              <a:gd name="connsiteY10" fmla="*/ 1874655 h 3768766"/>
              <a:gd name="connsiteX11" fmla="*/ 2093361 w 4266396"/>
              <a:gd name="connsiteY11" fmla="*/ 1882928 h 3768766"/>
              <a:gd name="connsiteX12" fmla="*/ 2078364 w 4266396"/>
              <a:gd name="connsiteY12" fmla="*/ 1295044 h 3768766"/>
              <a:gd name="connsiteX13" fmla="*/ 2069693 w 4266396"/>
              <a:gd name="connsiteY13" fmla="*/ 1295044 h 3768766"/>
              <a:gd name="connsiteX14" fmla="*/ 2069693 w 4266396"/>
              <a:gd name="connsiteY14" fmla="*/ 1295018 h 3768766"/>
              <a:gd name="connsiteX15" fmla="*/ 2190578 w 4266396"/>
              <a:gd name="connsiteY15" fmla="*/ 928930 h 3768766"/>
              <a:gd name="connsiteX16" fmla="*/ 2203273 w 4266396"/>
              <a:gd name="connsiteY16" fmla="*/ 1169063 h 3768766"/>
              <a:gd name="connsiteX17" fmla="*/ 3330762 w 4266396"/>
              <a:gd name="connsiteY17" fmla="*/ 1203426 h 3768766"/>
              <a:gd name="connsiteX18" fmla="*/ 3296126 w 4266396"/>
              <a:gd name="connsiteY18" fmla="*/ 1177398 h 3768766"/>
              <a:gd name="connsiteX19" fmla="*/ 2399739 w 4266396"/>
              <a:gd name="connsiteY19" fmla="*/ 936563 h 3768766"/>
              <a:gd name="connsiteX20" fmla="*/ 2092389 w 4266396"/>
              <a:gd name="connsiteY20" fmla="*/ 928325 h 3768766"/>
              <a:gd name="connsiteX21" fmla="*/ 1866658 w 4266396"/>
              <a:gd name="connsiteY21" fmla="*/ 936563 h 3768766"/>
              <a:gd name="connsiteX22" fmla="*/ 970270 w 4266396"/>
              <a:gd name="connsiteY22" fmla="*/ 1177398 h 3768766"/>
              <a:gd name="connsiteX23" fmla="*/ 935636 w 4266396"/>
              <a:gd name="connsiteY23" fmla="*/ 1203424 h 3768766"/>
              <a:gd name="connsiteX24" fmla="*/ 2069693 w 4266396"/>
              <a:gd name="connsiteY24" fmla="*/ 1168861 h 3768766"/>
              <a:gd name="connsiteX25" fmla="*/ 2069693 w 4266396"/>
              <a:gd name="connsiteY25" fmla="*/ 1168838 h 3768766"/>
              <a:gd name="connsiteX26" fmla="*/ 2070480 w 4266396"/>
              <a:gd name="connsiteY26" fmla="*/ 1168838 h 3768766"/>
              <a:gd name="connsiteX27" fmla="*/ 2070497 w 4266396"/>
              <a:gd name="connsiteY27" fmla="*/ 1168837 h 3768766"/>
              <a:gd name="connsiteX28" fmla="*/ 2070497 w 4266396"/>
              <a:gd name="connsiteY28" fmla="*/ 1168838 h 3768766"/>
              <a:gd name="connsiteX29" fmla="*/ 2079673 w 4266396"/>
              <a:gd name="connsiteY29" fmla="*/ 1168838 h 3768766"/>
              <a:gd name="connsiteX30" fmla="*/ 2141467 w 4266396"/>
              <a:gd name="connsiteY30" fmla="*/ 0 h 3768766"/>
              <a:gd name="connsiteX31" fmla="*/ 2188995 w 4266396"/>
              <a:gd name="connsiteY31" fmla="*/ 898983 h 3768766"/>
              <a:gd name="connsiteX32" fmla="*/ 2428669 w 4266396"/>
              <a:gd name="connsiteY32" fmla="*/ 907365 h 3768766"/>
              <a:gd name="connsiteX33" fmla="*/ 3484086 w 4266396"/>
              <a:gd name="connsiteY33" fmla="*/ 1207649 h 3768766"/>
              <a:gd name="connsiteX34" fmla="*/ 3484577 w 4266396"/>
              <a:gd name="connsiteY34" fmla="*/ 1208114 h 3768766"/>
              <a:gd name="connsiteX35" fmla="*/ 4266396 w 4266396"/>
              <a:gd name="connsiteY35" fmla="*/ 1231941 h 3768766"/>
              <a:gd name="connsiteX36" fmla="*/ 3533292 w 4266396"/>
              <a:gd name="connsiteY36" fmla="*/ 1254284 h 3768766"/>
              <a:gd name="connsiteX37" fmla="*/ 3533387 w 4266396"/>
              <a:gd name="connsiteY37" fmla="*/ 1254375 h 3768766"/>
              <a:gd name="connsiteX38" fmla="*/ 3599300 w 4266396"/>
              <a:gd name="connsiteY38" fmla="*/ 1405610 h 3768766"/>
              <a:gd name="connsiteX39" fmla="*/ 2428669 w 4266396"/>
              <a:gd name="connsiteY39" fmla="*/ 1903856 h 3768766"/>
              <a:gd name="connsiteX40" fmla="*/ 2188826 w 4266396"/>
              <a:gd name="connsiteY40" fmla="*/ 1912243 h 3768766"/>
              <a:gd name="connsiteX41" fmla="*/ 2141467 w 4266396"/>
              <a:gd name="connsiteY41" fmla="*/ 3768766 h 3768766"/>
              <a:gd name="connsiteX42" fmla="*/ 2094123 w 4266396"/>
              <a:gd name="connsiteY42" fmla="*/ 1912822 h 3768766"/>
              <a:gd name="connsiteX43" fmla="*/ 1837728 w 4266396"/>
              <a:gd name="connsiteY43" fmla="*/ 1903856 h 3768766"/>
              <a:gd name="connsiteX44" fmla="*/ 667096 w 4266396"/>
              <a:gd name="connsiteY44" fmla="*/ 1405610 h 3768766"/>
              <a:gd name="connsiteX45" fmla="*/ 733009 w 4266396"/>
              <a:gd name="connsiteY45" fmla="*/ 1254375 h 3768766"/>
              <a:gd name="connsiteX46" fmla="*/ 733106 w 4266396"/>
              <a:gd name="connsiteY46" fmla="*/ 1254283 h 3768766"/>
              <a:gd name="connsiteX47" fmla="*/ 0 w 4266396"/>
              <a:gd name="connsiteY47" fmla="*/ 1231940 h 3768766"/>
              <a:gd name="connsiteX48" fmla="*/ 781821 w 4266396"/>
              <a:gd name="connsiteY48" fmla="*/ 1208112 h 3768766"/>
              <a:gd name="connsiteX49" fmla="*/ 782310 w 4266396"/>
              <a:gd name="connsiteY49" fmla="*/ 1207649 h 3768766"/>
              <a:gd name="connsiteX50" fmla="*/ 1837728 w 4266396"/>
              <a:gd name="connsiteY50" fmla="*/ 907365 h 3768766"/>
              <a:gd name="connsiteX51" fmla="*/ 2093971 w 4266396"/>
              <a:gd name="connsiteY51" fmla="*/ 898404 h 3768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266396" h="3768766">
                <a:moveTo>
                  <a:pt x="3391606" y="1258603"/>
                </a:moveTo>
                <a:lnTo>
                  <a:pt x="2195913" y="1295044"/>
                </a:lnTo>
                <a:lnTo>
                  <a:pt x="2204570" y="1295044"/>
                </a:lnTo>
                <a:lnTo>
                  <a:pt x="2189589" y="1882324"/>
                </a:lnTo>
                <a:lnTo>
                  <a:pt x="2399739" y="1874655"/>
                </a:lnTo>
                <a:cubicBezTo>
                  <a:pt x="3002404" y="1830011"/>
                  <a:pt x="3455751" y="1636976"/>
                  <a:pt x="3455751" y="1405609"/>
                </a:cubicBezTo>
                <a:cubicBezTo>
                  <a:pt x="3455751" y="1356031"/>
                  <a:pt x="3434934" y="1308212"/>
                  <a:pt x="3396292" y="1263237"/>
                </a:cubicBezTo>
                <a:close/>
                <a:moveTo>
                  <a:pt x="874791" y="1258601"/>
                </a:moveTo>
                <a:lnTo>
                  <a:pt x="870105" y="1263237"/>
                </a:lnTo>
                <a:cubicBezTo>
                  <a:pt x="831462" y="1308212"/>
                  <a:pt x="810645" y="1356031"/>
                  <a:pt x="810645" y="1405609"/>
                </a:cubicBezTo>
                <a:cubicBezTo>
                  <a:pt x="810645" y="1636976"/>
                  <a:pt x="1263993" y="1830011"/>
                  <a:pt x="1866658" y="1874655"/>
                </a:cubicBezTo>
                <a:lnTo>
                  <a:pt x="2093361" y="1882928"/>
                </a:lnTo>
                <a:lnTo>
                  <a:pt x="2078364" y="1295044"/>
                </a:lnTo>
                <a:lnTo>
                  <a:pt x="2069693" y="1295044"/>
                </a:lnTo>
                <a:lnTo>
                  <a:pt x="2069693" y="1295018"/>
                </a:lnTo>
                <a:close/>
                <a:moveTo>
                  <a:pt x="2190578" y="928930"/>
                </a:moveTo>
                <a:lnTo>
                  <a:pt x="2203273" y="1169063"/>
                </a:lnTo>
                <a:lnTo>
                  <a:pt x="3330762" y="1203426"/>
                </a:lnTo>
                <a:lnTo>
                  <a:pt x="3296126" y="1177398"/>
                </a:lnTo>
                <a:cubicBezTo>
                  <a:pt x="3112886" y="1055288"/>
                  <a:pt x="2787166" y="965263"/>
                  <a:pt x="2399739" y="936563"/>
                </a:cubicBezTo>
                <a:close/>
                <a:moveTo>
                  <a:pt x="2092389" y="928325"/>
                </a:moveTo>
                <a:lnTo>
                  <a:pt x="1866658" y="936563"/>
                </a:lnTo>
                <a:cubicBezTo>
                  <a:pt x="1479230" y="965263"/>
                  <a:pt x="1153510" y="1055288"/>
                  <a:pt x="970270" y="1177398"/>
                </a:cubicBezTo>
                <a:lnTo>
                  <a:pt x="935636" y="1203424"/>
                </a:lnTo>
                <a:lnTo>
                  <a:pt x="2069693" y="1168861"/>
                </a:lnTo>
                <a:lnTo>
                  <a:pt x="2069693" y="1168838"/>
                </a:lnTo>
                <a:lnTo>
                  <a:pt x="2070480" y="1168838"/>
                </a:lnTo>
                <a:lnTo>
                  <a:pt x="2070497" y="1168837"/>
                </a:lnTo>
                <a:lnTo>
                  <a:pt x="2070497" y="1168838"/>
                </a:lnTo>
                <a:lnTo>
                  <a:pt x="2079673" y="1168838"/>
                </a:lnTo>
                <a:close/>
                <a:moveTo>
                  <a:pt x="2141467" y="0"/>
                </a:moveTo>
                <a:lnTo>
                  <a:pt x="2188995" y="898983"/>
                </a:lnTo>
                <a:lnTo>
                  <a:pt x="2428669" y="907365"/>
                </a:lnTo>
                <a:cubicBezTo>
                  <a:pt x="2905868" y="941238"/>
                  <a:pt x="3298615" y="1055535"/>
                  <a:pt x="3484086" y="1207649"/>
                </a:cubicBezTo>
                <a:lnTo>
                  <a:pt x="3484577" y="1208114"/>
                </a:lnTo>
                <a:lnTo>
                  <a:pt x="4266396" y="1231941"/>
                </a:lnTo>
                <a:lnTo>
                  <a:pt x="3533292" y="1254284"/>
                </a:lnTo>
                <a:lnTo>
                  <a:pt x="3533387" y="1254375"/>
                </a:lnTo>
                <a:cubicBezTo>
                  <a:pt x="3576224" y="1302150"/>
                  <a:pt x="3599300" y="1352945"/>
                  <a:pt x="3599300" y="1405610"/>
                </a:cubicBezTo>
                <a:cubicBezTo>
                  <a:pt x="3599300" y="1651380"/>
                  <a:pt x="3096747" y="1856433"/>
                  <a:pt x="2428669" y="1903856"/>
                </a:cubicBezTo>
                <a:lnTo>
                  <a:pt x="2188826" y="1912243"/>
                </a:lnTo>
                <a:lnTo>
                  <a:pt x="2141467" y="3768766"/>
                </a:lnTo>
                <a:lnTo>
                  <a:pt x="2094123" y="1912822"/>
                </a:lnTo>
                <a:lnTo>
                  <a:pt x="1837728" y="1903856"/>
                </a:lnTo>
                <a:cubicBezTo>
                  <a:pt x="1169649" y="1856433"/>
                  <a:pt x="667096" y="1651380"/>
                  <a:pt x="667096" y="1405610"/>
                </a:cubicBezTo>
                <a:cubicBezTo>
                  <a:pt x="667096" y="1352945"/>
                  <a:pt x="690173" y="1302150"/>
                  <a:pt x="733009" y="1254375"/>
                </a:cubicBezTo>
                <a:lnTo>
                  <a:pt x="733106" y="1254283"/>
                </a:lnTo>
                <a:lnTo>
                  <a:pt x="0" y="1231940"/>
                </a:lnTo>
                <a:lnTo>
                  <a:pt x="781821" y="1208112"/>
                </a:lnTo>
                <a:lnTo>
                  <a:pt x="782310" y="1207649"/>
                </a:lnTo>
                <a:cubicBezTo>
                  <a:pt x="967782" y="1055535"/>
                  <a:pt x="1360529" y="941238"/>
                  <a:pt x="1837728" y="907365"/>
                </a:cubicBezTo>
                <a:lnTo>
                  <a:pt x="2093971" y="89840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EA964219-03E5-C91D-BDA7-A19C8C150571}"/>
              </a:ext>
            </a:extLst>
          </p:cNvPr>
          <p:cNvSpPr/>
          <p:nvPr/>
        </p:nvSpPr>
        <p:spPr>
          <a:xfrm>
            <a:off x="8163344" y="1126816"/>
            <a:ext cx="4156234" cy="3671453"/>
          </a:xfrm>
          <a:custGeom>
            <a:avLst/>
            <a:gdLst>
              <a:gd name="connsiteX0" fmla="*/ 3731913 w 7306924"/>
              <a:gd name="connsiteY0" fmla="*/ 2242968 h 6454649"/>
              <a:gd name="connsiteX1" fmla="*/ 3746740 w 7306924"/>
              <a:gd name="connsiteY1" fmla="*/ 2246941 h 6454649"/>
              <a:gd name="connsiteX2" fmla="*/ 3451575 w 7306924"/>
              <a:gd name="connsiteY2" fmla="*/ 3245882 h 6454649"/>
              <a:gd name="connsiteX3" fmla="*/ 3815012 w 7306924"/>
              <a:gd name="connsiteY3" fmla="*/ 3329187 h 6454649"/>
              <a:gd name="connsiteX4" fmla="*/ 5838859 w 7306924"/>
              <a:gd name="connsiteY4" fmla="*/ 3010479 h 6454649"/>
              <a:gd name="connsiteX5" fmla="*/ 5802361 w 7306924"/>
              <a:gd name="connsiteY5" fmla="*/ 2739357 h 6454649"/>
              <a:gd name="connsiteX6" fmla="*/ 5796463 w 7306924"/>
              <a:gd name="connsiteY6" fmla="*/ 2729270 h 6454649"/>
              <a:gd name="connsiteX7" fmla="*/ 3890789 w 7306924"/>
              <a:gd name="connsiteY7" fmla="*/ 1613488 h 6454649"/>
              <a:gd name="connsiteX8" fmla="*/ 3802332 w 7306924"/>
              <a:gd name="connsiteY8" fmla="*/ 2030582 h 6454649"/>
              <a:gd name="connsiteX9" fmla="*/ 5717578 w 7306924"/>
              <a:gd name="connsiteY9" fmla="*/ 2606848 h 6454649"/>
              <a:gd name="connsiteX10" fmla="*/ 5670203 w 7306924"/>
              <a:gd name="connsiteY10" fmla="*/ 2546376 h 6454649"/>
              <a:gd name="connsiteX11" fmla="*/ 4245510 w 7306924"/>
              <a:gd name="connsiteY11" fmla="*/ 1722546 h 6454649"/>
              <a:gd name="connsiteX12" fmla="*/ 1485993 w 7306924"/>
              <a:gd name="connsiteY12" fmla="*/ 1574279 h 6454649"/>
              <a:gd name="connsiteX13" fmla="*/ 1475839 w 7306924"/>
              <a:gd name="connsiteY13" fmla="*/ 1580069 h 6454649"/>
              <a:gd name="connsiteX14" fmla="*/ 1308668 w 7306924"/>
              <a:gd name="connsiteY14" fmla="*/ 1796618 h 6454649"/>
              <a:gd name="connsiteX15" fmla="*/ 2902020 w 7306924"/>
              <a:gd name="connsiteY15" fmla="*/ 3084552 h 6454649"/>
              <a:gd name="connsiteX16" fmla="*/ 3286491 w 7306924"/>
              <a:gd name="connsiteY16" fmla="*/ 3202757 h 6454649"/>
              <a:gd name="connsiteX17" fmla="*/ 3530591 w 7306924"/>
              <a:gd name="connsiteY17" fmla="*/ 2189024 h 6454649"/>
              <a:gd name="connsiteX18" fmla="*/ 3515740 w 7306924"/>
              <a:gd name="connsiteY18" fmla="*/ 2185044 h 6454649"/>
              <a:gd name="connsiteX19" fmla="*/ 3515752 w 7306924"/>
              <a:gd name="connsiteY19" fmla="*/ 2185000 h 6454649"/>
              <a:gd name="connsiteX20" fmla="*/ 2394585 w 7306924"/>
              <a:gd name="connsiteY20" fmla="*/ 1383335 h 6454649"/>
              <a:gd name="connsiteX21" fmla="*/ 1686781 w 7306924"/>
              <a:gd name="connsiteY21" fmla="*/ 1479022 h 6454649"/>
              <a:gd name="connsiteX22" fmla="*/ 1615521 w 7306924"/>
              <a:gd name="connsiteY22" fmla="*/ 1507701 h 6454649"/>
              <a:gd name="connsiteX23" fmla="*/ 3573647 w 7306924"/>
              <a:gd name="connsiteY23" fmla="*/ 1968935 h 6454649"/>
              <a:gd name="connsiteX24" fmla="*/ 3573657 w 7306924"/>
              <a:gd name="connsiteY24" fmla="*/ 1968895 h 6454649"/>
              <a:gd name="connsiteX25" fmla="*/ 3575005 w 7306924"/>
              <a:gd name="connsiteY25" fmla="*/ 1969257 h 6454649"/>
              <a:gd name="connsiteX26" fmla="*/ 3575035 w 7306924"/>
              <a:gd name="connsiteY26" fmla="*/ 1969263 h 6454649"/>
              <a:gd name="connsiteX27" fmla="*/ 3575034 w 7306924"/>
              <a:gd name="connsiteY27" fmla="*/ 1969264 h 6454649"/>
              <a:gd name="connsiteX28" fmla="*/ 3590750 w 7306924"/>
              <a:gd name="connsiteY28" fmla="*/ 1973475 h 6454649"/>
              <a:gd name="connsiteX29" fmla="*/ 3722901 w 7306924"/>
              <a:gd name="connsiteY29" fmla="*/ 1567392 h 6454649"/>
              <a:gd name="connsiteX30" fmla="*/ 3332518 w 7306924"/>
              <a:gd name="connsiteY30" fmla="*/ 1477911 h 6454649"/>
              <a:gd name="connsiteX31" fmla="*/ 2394585 w 7306924"/>
              <a:gd name="connsiteY31" fmla="*/ 1383335 h 6454649"/>
              <a:gd name="connsiteX32" fmla="*/ 4232972 w 7306924"/>
              <a:gd name="connsiteY32" fmla="*/ 0 h 6454649"/>
              <a:gd name="connsiteX33" fmla="*/ 3901821 w 7306924"/>
              <a:gd name="connsiteY33" fmla="*/ 1561472 h 6454649"/>
              <a:gd name="connsiteX34" fmla="*/ 4308457 w 7306924"/>
              <a:gd name="connsiteY34" fmla="*/ 1685816 h 6454649"/>
              <a:gd name="connsiteX35" fmla="*/ 5978234 w 7306924"/>
              <a:gd name="connsiteY35" fmla="*/ 2684442 h 6454649"/>
              <a:gd name="connsiteX36" fmla="*/ 5978861 w 7306924"/>
              <a:gd name="connsiteY36" fmla="*/ 2685464 h 6454649"/>
              <a:gd name="connsiteX37" fmla="*/ 7306924 w 7306924"/>
              <a:gd name="connsiteY37" fmla="*/ 3085055 h 6454649"/>
              <a:gd name="connsiteX38" fmla="*/ 6041106 w 7306924"/>
              <a:gd name="connsiteY38" fmla="*/ 2786894 h 6454649"/>
              <a:gd name="connsiteX39" fmla="*/ 6041227 w 7306924"/>
              <a:gd name="connsiteY39" fmla="*/ 2787093 h 6454649"/>
              <a:gd name="connsiteX40" fmla="*/ 6084711 w 7306924"/>
              <a:gd name="connsiteY40" fmla="*/ 3076357 h 6454649"/>
              <a:gd name="connsiteX41" fmla="*/ 3851159 w 7306924"/>
              <a:gd name="connsiteY41" fmla="*/ 3392475 h 6454649"/>
              <a:gd name="connsiteX42" fmla="*/ 3436538 w 7306924"/>
              <a:gd name="connsiteY42" fmla="*/ 3296773 h 6454649"/>
              <a:gd name="connsiteX43" fmla="*/ 2503454 w 7306924"/>
              <a:gd name="connsiteY43" fmla="*/ 6454649 h 6454649"/>
              <a:gd name="connsiteX44" fmla="*/ 3274077 w 7306924"/>
              <a:gd name="connsiteY44" fmla="*/ 3254305 h 6454649"/>
              <a:gd name="connsiteX45" fmla="*/ 2839072 w 7306924"/>
              <a:gd name="connsiteY45" fmla="*/ 3121287 h 6454649"/>
              <a:gd name="connsiteX46" fmla="*/ 1062816 w 7306924"/>
              <a:gd name="connsiteY46" fmla="*/ 1730744 h 6454649"/>
              <a:gd name="connsiteX47" fmla="*/ 1245106 w 7306924"/>
              <a:gd name="connsiteY47" fmla="*/ 1501976 h 6454649"/>
              <a:gd name="connsiteX48" fmla="*/ 1245315 w 7306924"/>
              <a:gd name="connsiteY48" fmla="*/ 1501864 h 6454649"/>
              <a:gd name="connsiteX49" fmla="*/ 0 w 7306924"/>
              <a:gd name="connsiteY49" fmla="*/ 1127169 h 6454649"/>
              <a:gd name="connsiteX50" fmla="*/ 1349935 w 7306924"/>
              <a:gd name="connsiteY50" fmla="*/ 1445144 h 6454649"/>
              <a:gd name="connsiteX51" fmla="*/ 1350985 w 7306924"/>
              <a:gd name="connsiteY51" fmla="*/ 1444575 h 6454649"/>
              <a:gd name="connsiteX52" fmla="*/ 3296370 w 7306924"/>
              <a:gd name="connsiteY52" fmla="*/ 1414628 h 6454649"/>
              <a:gd name="connsiteX53" fmla="*/ 3739342 w 7306924"/>
              <a:gd name="connsiteY53" fmla="*/ 1516873 h 645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7306924" h="6454649">
                <a:moveTo>
                  <a:pt x="3731913" y="2242968"/>
                </a:moveTo>
                <a:lnTo>
                  <a:pt x="3746740" y="2246941"/>
                </a:lnTo>
                <a:lnTo>
                  <a:pt x="3451575" y="3245882"/>
                </a:lnTo>
                <a:lnTo>
                  <a:pt x="3815012" y="3329187"/>
                </a:lnTo>
                <a:cubicBezTo>
                  <a:pt x="4867665" y="3529294"/>
                  <a:pt x="5732683" y="3406734"/>
                  <a:pt x="5838859" y="3010479"/>
                </a:cubicBezTo>
                <a:cubicBezTo>
                  <a:pt x="5861611" y="2925569"/>
                  <a:pt x="5847903" y="2834117"/>
                  <a:pt x="5802361" y="2739357"/>
                </a:cubicBezTo>
                <a:lnTo>
                  <a:pt x="5796463" y="2729270"/>
                </a:lnTo>
                <a:close/>
                <a:moveTo>
                  <a:pt x="3890789" y="1613488"/>
                </a:moveTo>
                <a:lnTo>
                  <a:pt x="3802332" y="2030582"/>
                </a:lnTo>
                <a:lnTo>
                  <a:pt x="5717578" y="2606848"/>
                </a:lnTo>
                <a:lnTo>
                  <a:pt x="5670203" y="2546376"/>
                </a:lnTo>
                <a:cubicBezTo>
                  <a:pt x="5412410" y="2253152"/>
                  <a:pt x="4895873" y="1949493"/>
                  <a:pt x="4245510" y="1722546"/>
                </a:cubicBezTo>
                <a:close/>
                <a:moveTo>
                  <a:pt x="1485993" y="1574279"/>
                </a:moveTo>
                <a:lnTo>
                  <a:pt x="1475839" y="1580069"/>
                </a:lnTo>
                <a:cubicBezTo>
                  <a:pt x="1389017" y="1639362"/>
                  <a:pt x="1331420" y="1711707"/>
                  <a:pt x="1308668" y="1796618"/>
                </a:cubicBezTo>
                <a:cubicBezTo>
                  <a:pt x="1202492" y="2192873"/>
                  <a:pt x="1890342" y="2731523"/>
                  <a:pt x="2902020" y="3084552"/>
                </a:cubicBezTo>
                <a:lnTo>
                  <a:pt x="3286491" y="3202757"/>
                </a:lnTo>
                <a:lnTo>
                  <a:pt x="3530591" y="2189024"/>
                </a:lnTo>
                <a:lnTo>
                  <a:pt x="3515740" y="2185044"/>
                </a:lnTo>
                <a:lnTo>
                  <a:pt x="3515752" y="2185000"/>
                </a:lnTo>
                <a:close/>
                <a:moveTo>
                  <a:pt x="2394585" y="1383335"/>
                </a:moveTo>
                <a:cubicBezTo>
                  <a:pt x="2113972" y="1384062"/>
                  <a:pt x="1871715" y="1416500"/>
                  <a:pt x="1686781" y="1479022"/>
                </a:cubicBezTo>
                <a:lnTo>
                  <a:pt x="1615521" y="1507701"/>
                </a:lnTo>
                <a:lnTo>
                  <a:pt x="3573647" y="1968935"/>
                </a:lnTo>
                <a:lnTo>
                  <a:pt x="3573657" y="1968895"/>
                </a:lnTo>
                <a:lnTo>
                  <a:pt x="3575005" y="1969257"/>
                </a:lnTo>
                <a:lnTo>
                  <a:pt x="3575035" y="1969263"/>
                </a:lnTo>
                <a:lnTo>
                  <a:pt x="3575034" y="1969264"/>
                </a:lnTo>
                <a:lnTo>
                  <a:pt x="3590750" y="1973475"/>
                </a:lnTo>
                <a:lnTo>
                  <a:pt x="3722901" y="1567392"/>
                </a:lnTo>
                <a:lnTo>
                  <a:pt x="3332518" y="1477911"/>
                </a:lnTo>
                <a:cubicBezTo>
                  <a:pt x="2994165" y="1413591"/>
                  <a:pt x="2675197" y="1382607"/>
                  <a:pt x="2394585" y="1383335"/>
                </a:cubicBezTo>
                <a:close/>
                <a:moveTo>
                  <a:pt x="4232972" y="0"/>
                </a:moveTo>
                <a:lnTo>
                  <a:pt x="3901821" y="1561472"/>
                </a:lnTo>
                <a:lnTo>
                  <a:pt x="4308457" y="1685816"/>
                </a:lnTo>
                <a:cubicBezTo>
                  <a:pt x="5110196" y="1962820"/>
                  <a:pt x="5730389" y="2338807"/>
                  <a:pt x="5978234" y="2684442"/>
                </a:cubicBezTo>
                <a:lnTo>
                  <a:pt x="5978861" y="2685464"/>
                </a:lnTo>
                <a:lnTo>
                  <a:pt x="7306924" y="3085055"/>
                </a:lnTo>
                <a:lnTo>
                  <a:pt x="6041106" y="2786894"/>
                </a:lnTo>
                <a:lnTo>
                  <a:pt x="6041227" y="2787093"/>
                </a:lnTo>
                <a:cubicBezTo>
                  <a:pt x="6092668" y="2888574"/>
                  <a:pt x="6108879" y="2986159"/>
                  <a:pt x="6084711" y="3076357"/>
                </a:cubicBezTo>
                <a:cubicBezTo>
                  <a:pt x="5971925" y="3497279"/>
                  <a:pt x="5017118" y="3617842"/>
                  <a:pt x="3851159" y="3392475"/>
                </a:cubicBezTo>
                <a:lnTo>
                  <a:pt x="3436538" y="3296773"/>
                </a:lnTo>
                <a:lnTo>
                  <a:pt x="2503454" y="6454649"/>
                </a:lnTo>
                <a:lnTo>
                  <a:pt x="3274077" y="3254305"/>
                </a:lnTo>
                <a:lnTo>
                  <a:pt x="2839072" y="3121287"/>
                </a:lnTo>
                <a:cubicBezTo>
                  <a:pt x="1716637" y="2733480"/>
                  <a:pt x="950030" y="2151667"/>
                  <a:pt x="1062816" y="1730744"/>
                </a:cubicBezTo>
                <a:cubicBezTo>
                  <a:pt x="1086984" y="1640546"/>
                  <a:pt x="1149818" y="1564142"/>
                  <a:pt x="1245106" y="1501976"/>
                </a:cubicBezTo>
                <a:lnTo>
                  <a:pt x="1245315" y="1501864"/>
                </a:lnTo>
                <a:lnTo>
                  <a:pt x="0" y="1127169"/>
                </a:lnTo>
                <a:lnTo>
                  <a:pt x="1349935" y="1445144"/>
                </a:lnTo>
                <a:lnTo>
                  <a:pt x="1350985" y="1444575"/>
                </a:lnTo>
                <a:cubicBezTo>
                  <a:pt x="1738444" y="1269169"/>
                  <a:pt x="2463541" y="1253651"/>
                  <a:pt x="3296370" y="1414628"/>
                </a:cubicBezTo>
                <a:lnTo>
                  <a:pt x="3739342" y="1516873"/>
                </a:lnTo>
                <a:close/>
              </a:path>
            </a:pathLst>
          </a:cu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405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5881</TotalTime>
  <Words>9</Words>
  <Application>Microsoft Office PowerPoint</Application>
  <PresentationFormat>와이드스크린</PresentationFormat>
  <Paragraphs>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D2Coding</vt:lpstr>
      <vt:lpstr>맑은 고딕</vt:lpstr>
      <vt:lpstr>Arial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명석 강</dc:creator>
  <cp:lastModifiedBy>명석 강</cp:lastModifiedBy>
  <cp:revision>63</cp:revision>
  <dcterms:created xsi:type="dcterms:W3CDTF">2025-03-07T01:23:48Z</dcterms:created>
  <dcterms:modified xsi:type="dcterms:W3CDTF">2025-11-14T06:54:43Z</dcterms:modified>
</cp:coreProperties>
</file>